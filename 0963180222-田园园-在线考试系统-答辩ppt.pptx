
<file path=[Content_Types].xml><?xml version="1.0" encoding="utf-8"?>
<Types xmlns="http://schemas.openxmlformats.org/package/2006/content-types">
  <Default Extension="png" ContentType="image/png"/>
  <Default Extension="emf" ContentType="image/x-emf"/>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theme/themeOverride1.xml" ContentType="application/vnd.openxmlformats-officedocument.themeOverride+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notesSlides/notesSlide1.xml" ContentType="application/vnd.openxmlformats-officedocument.presentationml.notesSlide+xml"/>
  <Override PartName="/ppt/theme/themeOverride2.xml" ContentType="application/vnd.openxmlformats-officedocument.themeOverride+xml"/>
  <Override PartName="/ppt/theme/themeOverride3.xml" ContentType="application/vnd.openxmlformats-officedocument.themeOverride+xml"/>
  <Override PartName="/ppt/theme/themeOverride4.xml" ContentType="application/vnd.openxmlformats-officedocument.themeOverride+xml"/>
  <Override PartName="/ppt/notesSlides/notesSlide2.xml" ContentType="application/vnd.openxmlformats-officedocument.presentationml.notesSlide+xml"/>
  <Override PartName="/ppt/theme/themeOverride5.xml" ContentType="application/vnd.openxmlformats-officedocument.themeOverride+xml"/>
  <Override PartName="/ppt/notesSlides/notesSlide3.xml" ContentType="application/vnd.openxmlformats-officedocument.presentationml.notesSlide+xml"/>
  <Override PartName="/ppt/theme/themeOverride6.xml" ContentType="application/vnd.openxmlformats-officedocument.themeOverride+xml"/>
  <Override PartName="/ppt/notesSlides/notesSlide4.xml" ContentType="application/vnd.openxmlformats-officedocument.presentationml.notesSlide+xml"/>
  <Override PartName="/ppt/theme/themeOverride7.xml" ContentType="application/vnd.openxmlformats-officedocument.themeOverride+xml"/>
  <Override PartName="/ppt/notesSlides/notesSlide5.xml" ContentType="application/vnd.openxmlformats-officedocument.presentationml.notesSlide+xml"/>
  <Override PartName="/ppt/theme/themeOverride8.xml" ContentType="application/vnd.openxmlformats-officedocument.themeOverride+xml"/>
  <Override PartName="/ppt/notesSlides/notesSlide6.xml" ContentType="application/vnd.openxmlformats-officedocument.presentationml.notesSlide+xml"/>
  <Override PartName="/ppt/theme/themeOverride9.xml" ContentType="application/vnd.openxmlformats-officedocument.themeOverride+xml"/>
  <Override PartName="/ppt/notesSlides/notesSlide7.xml" ContentType="application/vnd.openxmlformats-officedocument.presentationml.notesSlide+xml"/>
  <Override PartName="/ppt/theme/themeOverride10.xml" ContentType="application/vnd.openxmlformats-officedocument.themeOverride+xml"/>
  <Override PartName="/ppt/theme/themeOverride11.xml" ContentType="application/vnd.openxmlformats-officedocument.themeOverride+xml"/>
  <Override PartName="/ppt/theme/themeOverride12.xml" ContentType="application/vnd.openxmlformats-officedocument.themeOverride+xml"/>
  <Override PartName="/ppt/theme/themeOverride13.xml" ContentType="application/vnd.openxmlformats-officedocument.themeOverride+xml"/>
  <Override PartName="/ppt/tags/tag9.xml" ContentType="application/vnd.openxmlformats-officedocument.presentationml.tags+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bookmarkIdSeed="8">
  <p:sldMasterIdLst>
    <p:sldMasterId id="2147483648" r:id="rId1"/>
  </p:sldMasterIdLst>
  <p:notesMasterIdLst>
    <p:notesMasterId r:id="rId21"/>
  </p:notesMasterIdLst>
  <p:sldIdLst>
    <p:sldId id="451" r:id="rId2"/>
    <p:sldId id="450" r:id="rId3"/>
    <p:sldId id="429" r:id="rId4"/>
    <p:sldId id="430" r:id="rId5"/>
    <p:sldId id="396" r:id="rId6"/>
    <p:sldId id="431" r:id="rId7"/>
    <p:sldId id="452" r:id="rId8"/>
    <p:sldId id="397" r:id="rId9"/>
    <p:sldId id="417" r:id="rId10"/>
    <p:sldId id="398" r:id="rId11"/>
    <p:sldId id="411" r:id="rId12"/>
    <p:sldId id="453" r:id="rId13"/>
    <p:sldId id="477" r:id="rId14"/>
    <p:sldId id="454" r:id="rId15"/>
    <p:sldId id="444" r:id="rId16"/>
    <p:sldId id="445" r:id="rId17"/>
    <p:sldId id="463" r:id="rId18"/>
    <p:sldId id="470" r:id="rId19"/>
    <p:sldId id="341" r:id="rId20"/>
  </p:sldIdLst>
  <p:sldSz cx="9144000" cy="5143500" type="screen16x9"/>
  <p:notesSz cx="6858000" cy="9144000"/>
  <p:custDataLst>
    <p:tags r:id="rId22"/>
  </p:custDataLst>
  <p:defaultTextStyle>
    <a:defPPr>
      <a:defRPr lang="zh-CN"/>
    </a:defPPr>
    <a:lvl1pPr algn="l" rtl="0" fontAlgn="base">
      <a:spcBef>
        <a:spcPct val="0"/>
      </a:spcBef>
      <a:spcAft>
        <a:spcPct val="0"/>
      </a:spcAft>
      <a:defRPr kern="1200">
        <a:solidFill>
          <a:schemeClr val="tx1"/>
        </a:solidFill>
        <a:latin typeface="Calibri" pitchFamily="34" charset="0"/>
        <a:ea typeface="宋体" charset="-122"/>
        <a:cs typeface="+mn-cs"/>
      </a:defRPr>
    </a:lvl1pPr>
    <a:lvl2pPr marL="457200" algn="l" rtl="0" fontAlgn="base">
      <a:spcBef>
        <a:spcPct val="0"/>
      </a:spcBef>
      <a:spcAft>
        <a:spcPct val="0"/>
      </a:spcAft>
      <a:defRPr kern="1200">
        <a:solidFill>
          <a:schemeClr val="tx1"/>
        </a:solidFill>
        <a:latin typeface="Calibri" pitchFamily="34" charset="0"/>
        <a:ea typeface="宋体" charset="-122"/>
        <a:cs typeface="+mn-cs"/>
      </a:defRPr>
    </a:lvl2pPr>
    <a:lvl3pPr marL="914400" algn="l" rtl="0" fontAlgn="base">
      <a:spcBef>
        <a:spcPct val="0"/>
      </a:spcBef>
      <a:spcAft>
        <a:spcPct val="0"/>
      </a:spcAft>
      <a:defRPr kern="1200">
        <a:solidFill>
          <a:schemeClr val="tx1"/>
        </a:solidFill>
        <a:latin typeface="Calibri" pitchFamily="34" charset="0"/>
        <a:ea typeface="宋体" charset="-122"/>
        <a:cs typeface="+mn-cs"/>
      </a:defRPr>
    </a:lvl3pPr>
    <a:lvl4pPr marL="1371600" algn="l" rtl="0" fontAlgn="base">
      <a:spcBef>
        <a:spcPct val="0"/>
      </a:spcBef>
      <a:spcAft>
        <a:spcPct val="0"/>
      </a:spcAft>
      <a:defRPr kern="1200">
        <a:solidFill>
          <a:schemeClr val="tx1"/>
        </a:solidFill>
        <a:latin typeface="Calibri" pitchFamily="34" charset="0"/>
        <a:ea typeface="宋体" charset="-122"/>
        <a:cs typeface="+mn-cs"/>
      </a:defRPr>
    </a:lvl4pPr>
    <a:lvl5pPr marL="1828800" algn="l" rtl="0" fontAlgn="base">
      <a:spcBef>
        <a:spcPct val="0"/>
      </a:spcBef>
      <a:spcAft>
        <a:spcPct val="0"/>
      </a:spcAft>
      <a:defRPr kern="1200">
        <a:solidFill>
          <a:schemeClr val="tx1"/>
        </a:solidFill>
        <a:latin typeface="Calibri" pitchFamily="34" charset="0"/>
        <a:ea typeface="宋体" charset="-122"/>
        <a:cs typeface="+mn-cs"/>
      </a:defRPr>
    </a:lvl5pPr>
    <a:lvl6pPr marL="2286000" algn="l" defTabSz="914400" rtl="0" eaLnBrk="1" latinLnBrk="0" hangingPunct="1">
      <a:defRPr kern="1200">
        <a:solidFill>
          <a:schemeClr val="tx1"/>
        </a:solidFill>
        <a:latin typeface="Calibri" pitchFamily="34" charset="0"/>
        <a:ea typeface="宋体" charset="-122"/>
        <a:cs typeface="+mn-cs"/>
      </a:defRPr>
    </a:lvl6pPr>
    <a:lvl7pPr marL="2743200" algn="l" defTabSz="914400" rtl="0" eaLnBrk="1" latinLnBrk="0" hangingPunct="1">
      <a:defRPr kern="1200">
        <a:solidFill>
          <a:schemeClr val="tx1"/>
        </a:solidFill>
        <a:latin typeface="Calibri" pitchFamily="34" charset="0"/>
        <a:ea typeface="宋体" charset="-122"/>
        <a:cs typeface="+mn-cs"/>
      </a:defRPr>
    </a:lvl7pPr>
    <a:lvl8pPr marL="3200400" algn="l" defTabSz="914400" rtl="0" eaLnBrk="1" latinLnBrk="0" hangingPunct="1">
      <a:defRPr kern="1200">
        <a:solidFill>
          <a:schemeClr val="tx1"/>
        </a:solidFill>
        <a:latin typeface="Calibri" pitchFamily="34" charset="0"/>
        <a:ea typeface="宋体" charset="-122"/>
        <a:cs typeface="+mn-cs"/>
      </a:defRPr>
    </a:lvl8pPr>
    <a:lvl9pPr marL="3657600" algn="l" defTabSz="914400" rtl="0" eaLnBrk="1" latinLnBrk="0" hangingPunct="1">
      <a:defRPr kern="1200">
        <a:solidFill>
          <a:schemeClr val="tx1"/>
        </a:solidFill>
        <a:latin typeface="Calibri" pitchFamily="34" charset="0"/>
        <a:ea typeface="宋体" charset="-122"/>
        <a:cs typeface="+mn-cs"/>
      </a:defRPr>
    </a:lvl9pPr>
  </p:defaultTextStyle>
  <p:extLst>
    <p:ext uri="{EFAFB233-063F-42B5-8137-9DF3F51BA10A}">
      <p15:sldGuideLst xmlns:p15="http://schemas.microsoft.com/office/powerpoint/2012/main">
        <p15:guide id="1" orient="horz" pos="305" userDrawn="1">
          <p15:clr>
            <a:srgbClr val="A4A3A4"/>
          </p15:clr>
        </p15:guide>
        <p15:guide id="2" pos="431"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ADB5BF"/>
    <a:srgbClr val="13436C"/>
    <a:srgbClr val="00468E"/>
    <a:srgbClr val="A90202"/>
    <a:srgbClr val="F1F1F1"/>
    <a:srgbClr val="1A204C"/>
    <a:srgbClr val="00458A"/>
    <a:srgbClr val="8F6A6F"/>
    <a:srgbClr val="0E73BE"/>
    <a:srgbClr val="07224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7616" autoAdjust="0"/>
    <p:restoredTop sz="94660"/>
  </p:normalViewPr>
  <p:slideViewPr>
    <p:cSldViewPr>
      <p:cViewPr varScale="1">
        <p:scale>
          <a:sx n="110" d="100"/>
          <a:sy n="110" d="100"/>
        </p:scale>
        <p:origin x="1027" y="67"/>
      </p:cViewPr>
      <p:guideLst>
        <p:guide orient="horz" pos="305"/>
        <p:guide pos="431"/>
      </p:guideLst>
    </p:cSldViewPr>
  </p:slideViewPr>
  <p:notesTextViewPr>
    <p:cViewPr>
      <p:scale>
        <a:sx n="125" d="100"/>
        <a:sy n="125"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gs" Target="tags/tag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ea typeface="微软雅黑" pitchFamily="34" charset="-122"/>
              </a:defRPr>
            </a:lvl1pPr>
          </a:lstStyle>
          <a:p>
            <a:endParaRPr lang="zh-CN" altLang="en-US" dirty="0"/>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ea typeface="微软雅黑" pitchFamily="34" charset="-122"/>
              </a:defRPr>
            </a:lvl1pPr>
          </a:lstStyle>
          <a:p>
            <a:fld id="{673B58EF-4ABD-40F4-ACA4-FE81D742E6DD}" type="datetimeFigureOut">
              <a:rPr lang="zh-CN" altLang="en-US" smtClean="0"/>
              <a:pPr/>
              <a:t>2021/12/25/Saturday</a:t>
            </a:fld>
            <a:endParaRPr lang="zh-CN" altLang="en-US" dirty="0"/>
          </a:p>
        </p:txBody>
      </p:sp>
      <p:sp>
        <p:nvSpPr>
          <p:cNvPr id="4" name="幻灯片图像占位符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zh-CN" altLang="en-US" dirty="0"/>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ea typeface="微软雅黑" pitchFamily="34" charset="-122"/>
              </a:defRPr>
            </a:lvl1pPr>
          </a:lstStyle>
          <a:p>
            <a:endParaRPr lang="zh-CN" altLang="en-US" dirty="0"/>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ea typeface="微软雅黑" pitchFamily="34" charset="-122"/>
              </a:defRPr>
            </a:lvl1pPr>
          </a:lstStyle>
          <a:p>
            <a:fld id="{A11FC198-2D83-4DFC-8CDD-7D23AF44D411}" type="slidenum">
              <a:rPr lang="zh-CN" altLang="en-US" smtClean="0"/>
              <a:pPr/>
              <a:t>‹#›</a:t>
            </a:fld>
            <a:endParaRPr lang="zh-CN" altLang="en-US" dirty="0"/>
          </a:p>
        </p:txBody>
      </p:sp>
    </p:spTree>
    <p:extLst>
      <p:ext uri="{BB962C8B-B14F-4D97-AF65-F5344CB8AC3E}">
        <p14:creationId xmlns:p14="http://schemas.microsoft.com/office/powerpoint/2010/main" val="229411111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微软雅黑" pitchFamily="34" charset="-122"/>
        <a:cs typeface="+mn-cs"/>
      </a:defRPr>
    </a:lvl1pPr>
    <a:lvl2pPr marL="457200" algn="l" defTabSz="914400" rtl="0" eaLnBrk="1" latinLnBrk="0" hangingPunct="1">
      <a:defRPr sz="1200" kern="1200">
        <a:solidFill>
          <a:schemeClr val="tx1"/>
        </a:solidFill>
        <a:latin typeface="+mn-lt"/>
        <a:ea typeface="微软雅黑" pitchFamily="34" charset="-122"/>
        <a:cs typeface="+mn-cs"/>
      </a:defRPr>
    </a:lvl2pPr>
    <a:lvl3pPr marL="914400" algn="l" defTabSz="914400" rtl="0" eaLnBrk="1" latinLnBrk="0" hangingPunct="1">
      <a:defRPr sz="1200" kern="1200">
        <a:solidFill>
          <a:schemeClr val="tx1"/>
        </a:solidFill>
        <a:latin typeface="+mn-lt"/>
        <a:ea typeface="微软雅黑" pitchFamily="34" charset="-122"/>
        <a:cs typeface="+mn-cs"/>
      </a:defRPr>
    </a:lvl3pPr>
    <a:lvl4pPr marL="1371600" algn="l" defTabSz="914400" rtl="0" eaLnBrk="1" latinLnBrk="0" hangingPunct="1">
      <a:defRPr sz="1200" kern="1200">
        <a:solidFill>
          <a:schemeClr val="tx1"/>
        </a:solidFill>
        <a:latin typeface="+mn-lt"/>
        <a:ea typeface="微软雅黑" pitchFamily="34" charset="-122"/>
        <a:cs typeface="+mn-cs"/>
      </a:defRPr>
    </a:lvl4pPr>
    <a:lvl5pPr marL="1828800" algn="l" defTabSz="914400" rtl="0" eaLnBrk="1" latinLnBrk="0" hangingPunct="1">
      <a:defRPr sz="1200" kern="1200">
        <a:solidFill>
          <a:schemeClr val="tx1"/>
        </a:solidFill>
        <a:latin typeface="+mn-lt"/>
        <a:ea typeface="微软雅黑" pitchFamily="34"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11FC198-2D83-4DFC-8CDD-7D23AF44D411}" type="slidenum">
              <a:rPr lang="zh-CN" altLang="en-US" smtClean="0"/>
              <a:pPr/>
              <a:t>1</a:t>
            </a:fld>
            <a:endParaRPr lang="zh-CN" altLang="en-US" dirty="0"/>
          </a:p>
        </p:txBody>
      </p:sp>
    </p:spTree>
    <p:extLst>
      <p:ext uri="{BB962C8B-B14F-4D97-AF65-F5344CB8AC3E}">
        <p14:creationId xmlns:p14="http://schemas.microsoft.com/office/powerpoint/2010/main" val="6694776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11FC198-2D83-4DFC-8CDD-7D23AF44D411}" type="slidenum">
              <a:rPr lang="zh-CN" altLang="en-US" smtClean="0"/>
              <a:pPr/>
              <a:t>5</a:t>
            </a:fld>
            <a:endParaRPr lang="zh-CN" altLang="en-US" dirty="0"/>
          </a:p>
        </p:txBody>
      </p:sp>
    </p:spTree>
    <p:extLst>
      <p:ext uri="{BB962C8B-B14F-4D97-AF65-F5344CB8AC3E}">
        <p14:creationId xmlns:p14="http://schemas.microsoft.com/office/powerpoint/2010/main" val="125920880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11FC198-2D83-4DFC-8CDD-7D23AF44D411}" type="slidenum">
              <a:rPr lang="zh-CN" altLang="en-US" smtClean="0"/>
              <a:pPr/>
              <a:t>6</a:t>
            </a:fld>
            <a:endParaRPr lang="zh-CN" altLang="en-US" dirty="0"/>
          </a:p>
        </p:txBody>
      </p:sp>
    </p:spTree>
    <p:extLst>
      <p:ext uri="{BB962C8B-B14F-4D97-AF65-F5344CB8AC3E}">
        <p14:creationId xmlns:p14="http://schemas.microsoft.com/office/powerpoint/2010/main" val="151634084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11FC198-2D83-4DFC-8CDD-7D23AF44D411}" type="slidenum">
              <a:rPr lang="zh-CN" altLang="en-US" smtClean="0"/>
              <a:pPr/>
              <a:t>8</a:t>
            </a:fld>
            <a:endParaRPr lang="zh-CN" altLang="en-US" dirty="0"/>
          </a:p>
        </p:txBody>
      </p:sp>
    </p:spTree>
    <p:extLst>
      <p:ext uri="{BB962C8B-B14F-4D97-AF65-F5344CB8AC3E}">
        <p14:creationId xmlns:p14="http://schemas.microsoft.com/office/powerpoint/2010/main" val="36356761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11FC198-2D83-4DFC-8CDD-7D23AF44D411}" type="slidenum">
              <a:rPr lang="zh-CN" altLang="en-US" smtClean="0"/>
              <a:pPr/>
              <a:t>9</a:t>
            </a:fld>
            <a:endParaRPr lang="zh-CN" altLang="en-US" dirty="0"/>
          </a:p>
        </p:txBody>
      </p:sp>
    </p:spTree>
    <p:extLst>
      <p:ext uri="{BB962C8B-B14F-4D97-AF65-F5344CB8AC3E}">
        <p14:creationId xmlns:p14="http://schemas.microsoft.com/office/powerpoint/2010/main" val="168875184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11FC198-2D83-4DFC-8CDD-7D23AF44D411}" type="slidenum">
              <a:rPr lang="zh-CN" altLang="en-US" smtClean="0"/>
              <a:pPr/>
              <a:t>10</a:t>
            </a:fld>
            <a:endParaRPr lang="zh-CN" altLang="en-US" dirty="0"/>
          </a:p>
        </p:txBody>
      </p:sp>
    </p:spTree>
    <p:extLst>
      <p:ext uri="{BB962C8B-B14F-4D97-AF65-F5344CB8AC3E}">
        <p14:creationId xmlns:p14="http://schemas.microsoft.com/office/powerpoint/2010/main" val="107466987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A11FC198-2D83-4DFC-8CDD-7D23AF44D411}" type="slidenum">
              <a:rPr lang="zh-CN" altLang="en-US" smtClean="0"/>
              <a:pPr/>
              <a:t>11</a:t>
            </a:fld>
            <a:endParaRPr lang="zh-CN" altLang="en-US" dirty="0"/>
          </a:p>
        </p:txBody>
      </p:sp>
    </p:spTree>
    <p:extLst>
      <p:ext uri="{BB962C8B-B14F-4D97-AF65-F5344CB8AC3E}">
        <p14:creationId xmlns:p14="http://schemas.microsoft.com/office/powerpoint/2010/main" val="280007750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621F41D1-EB0D-4857-8E93-8C1C831E6153}" type="slidenum">
              <a:rPr lang="zh-CN" altLang="en-US" smtClean="0"/>
              <a:t>19</a:t>
            </a:fld>
            <a:endParaRPr lang="zh-CN" altLang="en-US"/>
          </a:p>
        </p:txBody>
      </p:sp>
    </p:spTree>
    <p:extLst>
      <p:ext uri="{BB962C8B-B14F-4D97-AF65-F5344CB8AC3E}">
        <p14:creationId xmlns:p14="http://schemas.microsoft.com/office/powerpoint/2010/main" val="3384288223"/>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标题和内容">
    <p:bg>
      <p:bgPr>
        <a:blipFill dpi="0" rotWithShape="1">
          <a:blip r:embed="rId2"/>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867021280"/>
      </p:ext>
    </p:extLst>
  </p:cSld>
  <p:clrMapOvr>
    <a:masterClrMapping/>
  </p:clrMapOvr>
  <mc:AlternateContent xmlns:mc="http://schemas.openxmlformats.org/markup-compatibility/2006" xmlns:p14="http://schemas.microsoft.com/office/powerpoint/2010/main">
    <mc:Choice Requires="p14">
      <p:transition p14:dur="10" advTm="0"/>
    </mc:Choice>
    <mc:Fallback xmlns="">
      <p:transition advTm="0"/>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标题和内容">
    <p:bg>
      <p:bgPr>
        <a:gradFill flip="none" rotWithShape="1">
          <a:gsLst>
            <a:gs pos="26000">
              <a:srgbClr val="EBECF0"/>
            </a:gs>
            <a:gs pos="0">
              <a:srgbClr val="D7D9E1"/>
            </a:gs>
            <a:gs pos="100000">
              <a:schemeClr val="bg1"/>
            </a:gs>
          </a:gsLst>
          <a:lin ang="5400000" scaled="1"/>
          <a:tileRect/>
        </a:gra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609210182"/>
      </p:ext>
    </p:extLst>
  </p:cSld>
  <p:clrMapOvr>
    <a:masterClrMapping/>
  </p:clrMapOvr>
  <mc:AlternateContent xmlns:mc="http://schemas.openxmlformats.org/markup-compatibility/2006" xmlns:p14="http://schemas.microsoft.com/office/powerpoint/2010/main">
    <mc:Choice Requires="p14">
      <p:transition p14:dur="10" advTm="0"/>
    </mc:Choice>
    <mc:Fallback xmlns="">
      <p:transition advTm="0"/>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userDrawn="1">
  <p:cSld name="标题幻灯片">
    <p:spTree>
      <p:nvGrpSpPr>
        <p:cNvPr id="1" name=""/>
        <p:cNvGrpSpPr/>
        <p:nvPr/>
      </p:nvGrpSpPr>
      <p:grpSpPr>
        <a:xfrm>
          <a:off x="0" y="0"/>
          <a:ext cx="0" cy="0"/>
          <a:chOff x="0" y="0"/>
          <a:chExt cx="0" cy="0"/>
        </a:xfrm>
      </p:grpSpPr>
    </p:spTree>
    <p:extLst>
      <p:ext uri="{BB962C8B-B14F-4D97-AF65-F5344CB8AC3E}">
        <p14:creationId xmlns:p14="http://schemas.microsoft.com/office/powerpoint/2010/main" val="1330300140"/>
      </p:ext>
    </p:extLst>
  </p:cSld>
  <p:clrMapOvr>
    <a:masterClrMapping/>
  </p:clrMapOvr>
  <p:extLst>
    <p:ext uri="{DCECCB84-F9BA-43D5-87BE-67443E8EF086}">
      <p15:sldGuideLst xmlns:p15="http://schemas.microsoft.com/office/powerpoint/2012/main">
        <p15:guide id="1" orient="horz" pos="1620">
          <p15:clr>
            <a:srgbClr val="FBAE40"/>
          </p15:clr>
        </p15:guide>
        <p15:guide id="2" pos="4967">
          <p15:clr>
            <a:srgbClr val="FBAE40"/>
          </p15:clr>
        </p15:guide>
        <p15:guide id="3" orient="horz" pos="2160">
          <p15:clr>
            <a:srgbClr val="FBAE40"/>
          </p15:clr>
        </p15:guide>
        <p15:guide id="4" pos="6623">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628650" y="274638"/>
            <a:ext cx="7886700" cy="993775"/>
          </a:xfrm>
          <a:prstGeom prst="rect">
            <a:avLst/>
          </a:prstGeom>
        </p:spPr>
        <p:txBody>
          <a:bodyPr/>
          <a:lstStyle/>
          <a:p>
            <a:r>
              <a:rPr lang="zh-CN" altLang="en-US"/>
              <a:t>单击此处编辑母版标题样式</a:t>
            </a:r>
          </a:p>
        </p:txBody>
      </p:sp>
    </p:spTree>
    <p:extLst>
      <p:ext uri="{BB962C8B-B14F-4D97-AF65-F5344CB8AC3E}">
        <p14:creationId xmlns:p14="http://schemas.microsoft.com/office/powerpoint/2010/main" val="2033521475"/>
      </p:ext>
    </p:extLst>
  </p:cSld>
  <p:clrMapOvr>
    <a:masterClrMapping/>
  </p:clrMapOvr>
  <mc:AlternateContent xmlns:mc="http://schemas.openxmlformats.org/markup-compatibility/2006" xmlns:p14="http://schemas.microsoft.com/office/powerpoint/2010/main">
    <mc:Choice Requires="p14">
      <p:transition p14:dur="10" advTm="0"/>
    </mc:Choice>
    <mc:Fallback xmlns="">
      <p:transition advTm="0"/>
    </mc:Fallback>
  </mc:AlternateContent>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image" Target="../media/image2.jpg"/><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5" name="Picture 2"/>
          <p:cNvPicPr>
            <a:picLocks noChangeAspect="1" noChangeArrowheads="1"/>
          </p:cNvPicPr>
          <p:nvPr userDrawn="1"/>
        </p:nvPicPr>
        <p:blipFill>
          <a:blip r:embed="rId6">
            <a:extLst>
              <a:ext uri="{28A0092B-C50C-407E-A947-70E740481C1C}">
                <a14:useLocalDpi xmlns:a14="http://schemas.microsoft.com/office/drawing/2010/main" val="0"/>
              </a:ext>
            </a:extLst>
          </a:blip>
          <a:stretch>
            <a:fillRect/>
          </a:stretch>
        </p:blipFill>
        <p:spPr bwMode="auto">
          <a:xfrm>
            <a:off x="3309" y="-620"/>
            <a:ext cx="9138969" cy="5145816"/>
          </a:xfrm>
          <a:prstGeom prst="rect">
            <a:avLst/>
          </a:prstGeom>
          <a:noFill/>
          <a:extLst>
            <a:ext uri="{909E8E84-426E-40DD-AFC4-6F175D3DCCD1}">
              <a14:hiddenFill xmlns:a14="http://schemas.microsoft.com/office/drawing/2010/main">
                <a:solidFill>
                  <a:srgbClr val="FFFFFF"/>
                </a:solidFill>
              </a14:hiddenFill>
            </a:ext>
          </a:extLst>
        </p:spPr>
      </p:pic>
    </p:spTree>
  </p:cSld>
  <p:clrMap bg1="lt1" tx1="dk1" bg2="lt2" tx2="dk2" accent1="accent1" accent2="accent2" accent3="accent3" accent4="accent4" accent5="accent5" accent6="accent6" hlink="hlink" folHlink="folHlink"/>
  <p:sldLayoutIdLst>
    <p:sldLayoutId id="2147483650" r:id="rId1"/>
    <p:sldLayoutId id="2147483656" r:id="rId2"/>
    <p:sldLayoutId id="2147483657" r:id="rId3"/>
    <p:sldLayoutId id="2147483658" r:id="rId4"/>
  </p:sldLayoutIdLst>
  <mc:AlternateContent xmlns:mc="http://schemas.openxmlformats.org/markup-compatibility/2006" xmlns:p14="http://schemas.microsoft.com/office/powerpoint/2010/main">
    <mc:Choice Requires="p14">
      <p:transition p14:dur="10" advTm="0"/>
    </mc:Choice>
    <mc:Fallback xmlns="">
      <p:transition advTm="0"/>
    </mc:Fallback>
  </mc:AlternateContent>
  <p:txStyles>
    <p:titleStyle>
      <a:lvl1pPr algn="ctr" rtl="0" fontAlgn="base">
        <a:spcBef>
          <a:spcPct val="0"/>
        </a:spcBef>
        <a:spcAft>
          <a:spcPct val="0"/>
        </a:spcAft>
        <a:defRPr sz="4400" kern="1200">
          <a:solidFill>
            <a:schemeClr val="tx1"/>
          </a:solidFill>
          <a:latin typeface="+mj-lt"/>
          <a:ea typeface="微软雅黑" pitchFamily="34" charset="-122"/>
          <a:cs typeface="+mj-cs"/>
        </a:defRPr>
      </a:lvl1pPr>
      <a:lvl2pPr algn="ctr" rtl="0" fontAlgn="base">
        <a:spcBef>
          <a:spcPct val="0"/>
        </a:spcBef>
        <a:spcAft>
          <a:spcPct val="0"/>
        </a:spcAft>
        <a:defRPr sz="4400">
          <a:solidFill>
            <a:schemeClr val="tx1"/>
          </a:solidFill>
          <a:latin typeface="Calibri" pitchFamily="34" charset="0"/>
          <a:ea typeface="宋体" charset="-122"/>
        </a:defRPr>
      </a:lvl2pPr>
      <a:lvl3pPr algn="ctr" rtl="0" fontAlgn="base">
        <a:spcBef>
          <a:spcPct val="0"/>
        </a:spcBef>
        <a:spcAft>
          <a:spcPct val="0"/>
        </a:spcAft>
        <a:defRPr sz="4400">
          <a:solidFill>
            <a:schemeClr val="tx1"/>
          </a:solidFill>
          <a:latin typeface="Calibri" pitchFamily="34" charset="0"/>
          <a:ea typeface="宋体" charset="-122"/>
        </a:defRPr>
      </a:lvl3pPr>
      <a:lvl4pPr algn="ctr" rtl="0" fontAlgn="base">
        <a:spcBef>
          <a:spcPct val="0"/>
        </a:spcBef>
        <a:spcAft>
          <a:spcPct val="0"/>
        </a:spcAft>
        <a:defRPr sz="4400">
          <a:solidFill>
            <a:schemeClr val="tx1"/>
          </a:solidFill>
          <a:latin typeface="Calibri" pitchFamily="34" charset="0"/>
          <a:ea typeface="宋体" charset="-122"/>
        </a:defRPr>
      </a:lvl4pPr>
      <a:lvl5pPr algn="ctr" rtl="0" fontAlgn="base">
        <a:spcBef>
          <a:spcPct val="0"/>
        </a:spcBef>
        <a:spcAft>
          <a:spcPct val="0"/>
        </a:spcAft>
        <a:defRPr sz="4400">
          <a:solidFill>
            <a:schemeClr val="tx1"/>
          </a:solidFill>
          <a:latin typeface="Calibri" pitchFamily="34" charset="0"/>
          <a:ea typeface="宋体" charset="-122"/>
        </a:defRPr>
      </a:lvl5pPr>
      <a:lvl6pPr marL="457200" algn="ctr" rtl="0" fontAlgn="base">
        <a:spcBef>
          <a:spcPct val="0"/>
        </a:spcBef>
        <a:spcAft>
          <a:spcPct val="0"/>
        </a:spcAft>
        <a:defRPr sz="4400">
          <a:solidFill>
            <a:schemeClr val="tx1"/>
          </a:solidFill>
          <a:latin typeface="Calibri" pitchFamily="34" charset="0"/>
          <a:ea typeface="宋体" charset="-122"/>
        </a:defRPr>
      </a:lvl6pPr>
      <a:lvl7pPr marL="914400" algn="ctr" rtl="0" fontAlgn="base">
        <a:spcBef>
          <a:spcPct val="0"/>
        </a:spcBef>
        <a:spcAft>
          <a:spcPct val="0"/>
        </a:spcAft>
        <a:defRPr sz="4400">
          <a:solidFill>
            <a:schemeClr val="tx1"/>
          </a:solidFill>
          <a:latin typeface="Calibri" pitchFamily="34" charset="0"/>
          <a:ea typeface="宋体" charset="-122"/>
        </a:defRPr>
      </a:lvl7pPr>
      <a:lvl8pPr marL="1371600" algn="ctr" rtl="0" fontAlgn="base">
        <a:spcBef>
          <a:spcPct val="0"/>
        </a:spcBef>
        <a:spcAft>
          <a:spcPct val="0"/>
        </a:spcAft>
        <a:defRPr sz="4400">
          <a:solidFill>
            <a:schemeClr val="tx1"/>
          </a:solidFill>
          <a:latin typeface="Calibri" pitchFamily="34" charset="0"/>
          <a:ea typeface="宋体" charset="-122"/>
        </a:defRPr>
      </a:lvl8pPr>
      <a:lvl9pPr marL="1828800" algn="ctr" rtl="0" fontAlgn="base">
        <a:spcBef>
          <a:spcPct val="0"/>
        </a:spcBef>
        <a:spcAft>
          <a:spcPct val="0"/>
        </a:spcAft>
        <a:defRPr sz="4400">
          <a:solidFill>
            <a:schemeClr val="tx1"/>
          </a:solidFill>
          <a:latin typeface="Calibri" pitchFamily="34" charset="0"/>
          <a:ea typeface="宋体" charset="-122"/>
        </a:defRPr>
      </a:lvl9pPr>
    </p:titleStyle>
    <p:bodyStyle>
      <a:lvl1pPr marL="342900" indent="-342900" algn="l" rtl="0" fontAlgn="base">
        <a:spcBef>
          <a:spcPct val="20000"/>
        </a:spcBef>
        <a:spcAft>
          <a:spcPct val="0"/>
        </a:spcAft>
        <a:buFont typeface="Arial" charset="0"/>
        <a:buChar char="•"/>
        <a:defRPr sz="3200" kern="1200">
          <a:solidFill>
            <a:schemeClr val="tx1"/>
          </a:solidFill>
          <a:latin typeface="+mn-lt"/>
          <a:ea typeface="微软雅黑" pitchFamily="34" charset="-122"/>
          <a:cs typeface="+mn-cs"/>
        </a:defRPr>
      </a:lvl1pPr>
      <a:lvl2pPr marL="742950" indent="-285750" algn="l" rtl="0" fontAlgn="base">
        <a:spcBef>
          <a:spcPct val="20000"/>
        </a:spcBef>
        <a:spcAft>
          <a:spcPct val="0"/>
        </a:spcAft>
        <a:buFont typeface="Arial" charset="0"/>
        <a:buChar char="–"/>
        <a:defRPr sz="2800" kern="1200">
          <a:solidFill>
            <a:schemeClr val="tx1"/>
          </a:solidFill>
          <a:latin typeface="+mn-lt"/>
          <a:ea typeface="微软雅黑" pitchFamily="34" charset="-122"/>
          <a:cs typeface="+mn-cs"/>
        </a:defRPr>
      </a:lvl2pPr>
      <a:lvl3pPr marL="1143000" indent="-228600" algn="l" rtl="0" fontAlgn="base">
        <a:spcBef>
          <a:spcPct val="20000"/>
        </a:spcBef>
        <a:spcAft>
          <a:spcPct val="0"/>
        </a:spcAft>
        <a:buFont typeface="Arial" charset="0"/>
        <a:buChar char="•"/>
        <a:defRPr sz="2400" kern="1200">
          <a:solidFill>
            <a:schemeClr val="tx1"/>
          </a:solidFill>
          <a:latin typeface="+mn-lt"/>
          <a:ea typeface="微软雅黑" pitchFamily="34" charset="-122"/>
          <a:cs typeface="+mn-cs"/>
        </a:defRPr>
      </a:lvl3pPr>
      <a:lvl4pPr marL="1600200" indent="-228600" algn="l" rtl="0" fontAlgn="base">
        <a:spcBef>
          <a:spcPct val="20000"/>
        </a:spcBef>
        <a:spcAft>
          <a:spcPct val="0"/>
        </a:spcAft>
        <a:buFont typeface="Arial" charset="0"/>
        <a:buChar char="–"/>
        <a:defRPr sz="2000" kern="1200">
          <a:solidFill>
            <a:schemeClr val="tx1"/>
          </a:solidFill>
          <a:latin typeface="+mn-lt"/>
          <a:ea typeface="微软雅黑" pitchFamily="34" charset="-122"/>
          <a:cs typeface="+mn-cs"/>
        </a:defRPr>
      </a:lvl4pPr>
      <a:lvl5pPr marL="2057400" indent="-228600" algn="l" rtl="0" fontAlgn="base">
        <a:spcBef>
          <a:spcPct val="20000"/>
        </a:spcBef>
        <a:spcAft>
          <a:spcPct val="0"/>
        </a:spcAft>
        <a:buFont typeface="Arial" charset="0"/>
        <a:buChar char="»"/>
        <a:defRPr sz="2000" kern="1200">
          <a:solidFill>
            <a:schemeClr val="tx1"/>
          </a:solidFill>
          <a:latin typeface="+mn-lt"/>
          <a:ea typeface="微软雅黑" pitchFamily="34" charset="-122"/>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tags" Target="../tags/tag8.xml"/><Relationship Id="rId3" Type="http://schemas.openxmlformats.org/officeDocument/2006/relationships/tags" Target="../tags/tag3.xml"/><Relationship Id="rId7" Type="http://schemas.openxmlformats.org/officeDocument/2006/relationships/tags" Target="../tags/tag7.xml"/><Relationship Id="rId2" Type="http://schemas.openxmlformats.org/officeDocument/2006/relationships/tags" Target="../tags/tag2.xml"/><Relationship Id="rId1" Type="http://schemas.openxmlformats.org/officeDocument/2006/relationships/themeOverride" Target="../theme/themeOverride1.xml"/><Relationship Id="rId6" Type="http://schemas.openxmlformats.org/officeDocument/2006/relationships/tags" Target="../tags/tag6.xml"/><Relationship Id="rId11" Type="http://schemas.openxmlformats.org/officeDocument/2006/relationships/image" Target="../media/image4.png"/><Relationship Id="rId5" Type="http://schemas.openxmlformats.org/officeDocument/2006/relationships/tags" Target="../tags/tag5.xml"/><Relationship Id="rId10" Type="http://schemas.openxmlformats.org/officeDocument/2006/relationships/notesSlide" Target="../notesSlides/notesSlide1.xml"/><Relationship Id="rId4" Type="http://schemas.openxmlformats.org/officeDocument/2006/relationships/tags" Target="../tags/tag4.xml"/><Relationship Id="rId9"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themeOverride" Target="../theme/themeOverride2.xml"/></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hemeOverride" Target="../theme/themeOverride3.xml"/></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1.xml"/><Relationship Id="rId1" Type="http://schemas.openxmlformats.org/officeDocument/2006/relationships/themeOverride" Target="../theme/themeOverride4.xml"/></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2.xml"/><Relationship Id="rId1" Type="http://schemas.openxmlformats.org/officeDocument/2006/relationships/themeOverride" Target="../theme/themeOverride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1.xml"/><Relationship Id="rId1" Type="http://schemas.openxmlformats.org/officeDocument/2006/relationships/themeOverride" Target="../theme/themeOverride6.xml"/></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2.xml"/><Relationship Id="rId1" Type="http://schemas.openxmlformats.org/officeDocument/2006/relationships/themeOverride" Target="../theme/themeOverride7.xml"/></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1.xml"/><Relationship Id="rId1" Type="http://schemas.openxmlformats.org/officeDocument/2006/relationships/themeOverride" Target="../theme/themeOverride8.xml"/></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2.xml"/><Relationship Id="rId1" Type="http://schemas.openxmlformats.org/officeDocument/2006/relationships/themeOverride" Target="../theme/themeOverride9.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5.emf"/><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themeOverride" Target="../theme/themeOverride10.xml"/></Relationships>
</file>

<file path=ppt/slides/_rels/slide1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hemeOverride" Target="../theme/themeOverride11.xml"/></Relationships>
</file>

<file path=ppt/slides/_rels/slide17.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themeOverride" Target="../theme/themeOverride1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tags" Target="../tags/tag9.xml"/><Relationship Id="rId1" Type="http://schemas.openxmlformats.org/officeDocument/2006/relationships/themeOverride" Target="../theme/themeOverride13.xml"/><Relationship Id="rId5" Type="http://schemas.openxmlformats.org/officeDocument/2006/relationships/image" Target="../media/image4.png"/><Relationship Id="rId4"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PA_矩形 4"/>
          <p:cNvSpPr/>
          <p:nvPr>
            <p:custDataLst>
              <p:tags r:id="rId2"/>
            </p:custDataLst>
          </p:nvPr>
        </p:nvSpPr>
        <p:spPr>
          <a:xfrm>
            <a:off x="0" y="1275606"/>
            <a:ext cx="9144000" cy="2880319"/>
          </a:xfrm>
          <a:prstGeom prst="rect">
            <a:avLst/>
          </a:prstGeom>
          <a:solidFill>
            <a:srgbClr val="13436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2" name="PA_Freeform: Shape 17"/>
          <p:cNvSpPr>
            <a:spLocks/>
          </p:cNvSpPr>
          <p:nvPr>
            <p:custDataLst>
              <p:tags r:id="rId3"/>
            </p:custDataLst>
          </p:nvPr>
        </p:nvSpPr>
        <p:spPr bwMode="auto">
          <a:xfrm flipH="1">
            <a:off x="6012160" y="3048005"/>
            <a:ext cx="556107" cy="369753"/>
          </a:xfrm>
          <a:custGeom>
            <a:avLst/>
            <a:gdLst/>
            <a:ahLst/>
            <a:cxnLst>
              <a:cxn ang="0">
                <a:pos x="86" y="15"/>
              </a:cxn>
              <a:cxn ang="0">
                <a:pos x="44" y="29"/>
              </a:cxn>
              <a:cxn ang="0">
                <a:pos x="43" y="29"/>
              </a:cxn>
              <a:cxn ang="0">
                <a:pos x="43" y="29"/>
              </a:cxn>
              <a:cxn ang="0">
                <a:pos x="18" y="21"/>
              </a:cxn>
              <a:cxn ang="0">
                <a:pos x="14" y="32"/>
              </a:cxn>
              <a:cxn ang="0">
                <a:pos x="17" y="36"/>
              </a:cxn>
              <a:cxn ang="0">
                <a:pos x="15" y="40"/>
              </a:cxn>
              <a:cxn ang="0">
                <a:pos x="17" y="56"/>
              </a:cxn>
              <a:cxn ang="0">
                <a:pos x="16" y="57"/>
              </a:cxn>
              <a:cxn ang="0">
                <a:pos x="16" y="58"/>
              </a:cxn>
              <a:cxn ang="0">
                <a:pos x="8" y="58"/>
              </a:cxn>
              <a:cxn ang="0">
                <a:pos x="7" y="57"/>
              </a:cxn>
              <a:cxn ang="0">
                <a:pos x="7" y="56"/>
              </a:cxn>
              <a:cxn ang="0">
                <a:pos x="9" y="40"/>
              </a:cxn>
              <a:cxn ang="0">
                <a:pos x="7" y="36"/>
              </a:cxn>
              <a:cxn ang="0">
                <a:pos x="10" y="32"/>
              </a:cxn>
              <a:cxn ang="0">
                <a:pos x="13" y="19"/>
              </a:cxn>
              <a:cxn ang="0">
                <a:pos x="1" y="15"/>
              </a:cxn>
              <a:cxn ang="0">
                <a:pos x="0" y="14"/>
              </a:cxn>
              <a:cxn ang="0">
                <a:pos x="1" y="13"/>
              </a:cxn>
              <a:cxn ang="0">
                <a:pos x="43" y="0"/>
              </a:cxn>
              <a:cxn ang="0">
                <a:pos x="43" y="0"/>
              </a:cxn>
              <a:cxn ang="0">
                <a:pos x="44" y="0"/>
              </a:cxn>
              <a:cxn ang="0">
                <a:pos x="86" y="13"/>
              </a:cxn>
              <a:cxn ang="0">
                <a:pos x="87" y="14"/>
              </a:cxn>
              <a:cxn ang="0">
                <a:pos x="86" y="15"/>
              </a:cxn>
              <a:cxn ang="0">
                <a:pos x="68" y="38"/>
              </a:cxn>
              <a:cxn ang="0">
                <a:pos x="43" y="48"/>
              </a:cxn>
              <a:cxn ang="0">
                <a:pos x="19" y="38"/>
              </a:cxn>
              <a:cxn ang="0">
                <a:pos x="20" y="26"/>
              </a:cxn>
              <a:cxn ang="0">
                <a:pos x="42" y="33"/>
              </a:cxn>
              <a:cxn ang="0">
                <a:pos x="43" y="34"/>
              </a:cxn>
              <a:cxn ang="0">
                <a:pos x="45" y="33"/>
              </a:cxn>
              <a:cxn ang="0">
                <a:pos x="67" y="26"/>
              </a:cxn>
              <a:cxn ang="0">
                <a:pos x="68" y="38"/>
              </a:cxn>
            </a:cxnLst>
            <a:rect l="0" t="0" r="r" b="b"/>
            <a:pathLst>
              <a:path w="87" h="58">
                <a:moveTo>
                  <a:pt x="86" y="15"/>
                </a:moveTo>
                <a:cubicBezTo>
                  <a:pt x="44" y="29"/>
                  <a:pt x="44" y="29"/>
                  <a:pt x="44" y="29"/>
                </a:cubicBezTo>
                <a:cubicBezTo>
                  <a:pt x="44" y="29"/>
                  <a:pt x="44" y="29"/>
                  <a:pt x="43" y="29"/>
                </a:cubicBezTo>
                <a:cubicBezTo>
                  <a:pt x="43" y="29"/>
                  <a:pt x="43" y="29"/>
                  <a:pt x="43" y="29"/>
                </a:cubicBezTo>
                <a:cubicBezTo>
                  <a:pt x="18" y="21"/>
                  <a:pt x="18" y="21"/>
                  <a:pt x="18" y="21"/>
                </a:cubicBezTo>
                <a:cubicBezTo>
                  <a:pt x="16" y="23"/>
                  <a:pt x="15" y="27"/>
                  <a:pt x="14" y="32"/>
                </a:cubicBezTo>
                <a:cubicBezTo>
                  <a:pt x="16" y="33"/>
                  <a:pt x="17" y="34"/>
                  <a:pt x="17" y="36"/>
                </a:cubicBezTo>
                <a:cubicBezTo>
                  <a:pt x="17" y="38"/>
                  <a:pt x="16" y="39"/>
                  <a:pt x="15" y="40"/>
                </a:cubicBezTo>
                <a:cubicBezTo>
                  <a:pt x="17" y="56"/>
                  <a:pt x="17" y="56"/>
                  <a:pt x="17" y="56"/>
                </a:cubicBezTo>
                <a:cubicBezTo>
                  <a:pt x="17" y="57"/>
                  <a:pt x="17" y="57"/>
                  <a:pt x="16" y="57"/>
                </a:cubicBezTo>
                <a:cubicBezTo>
                  <a:pt x="16" y="58"/>
                  <a:pt x="16" y="58"/>
                  <a:pt x="16" y="58"/>
                </a:cubicBezTo>
                <a:cubicBezTo>
                  <a:pt x="8" y="58"/>
                  <a:pt x="8" y="58"/>
                  <a:pt x="8" y="58"/>
                </a:cubicBezTo>
                <a:cubicBezTo>
                  <a:pt x="8" y="58"/>
                  <a:pt x="8" y="58"/>
                  <a:pt x="7" y="57"/>
                </a:cubicBezTo>
                <a:cubicBezTo>
                  <a:pt x="7" y="57"/>
                  <a:pt x="7" y="57"/>
                  <a:pt x="7" y="56"/>
                </a:cubicBezTo>
                <a:cubicBezTo>
                  <a:pt x="9" y="40"/>
                  <a:pt x="9" y="40"/>
                  <a:pt x="9" y="40"/>
                </a:cubicBezTo>
                <a:cubicBezTo>
                  <a:pt x="8" y="39"/>
                  <a:pt x="7" y="38"/>
                  <a:pt x="7" y="36"/>
                </a:cubicBezTo>
                <a:cubicBezTo>
                  <a:pt x="7" y="34"/>
                  <a:pt x="8" y="33"/>
                  <a:pt x="10" y="32"/>
                </a:cubicBezTo>
                <a:cubicBezTo>
                  <a:pt x="10" y="27"/>
                  <a:pt x="11" y="23"/>
                  <a:pt x="13" y="19"/>
                </a:cubicBezTo>
                <a:cubicBezTo>
                  <a:pt x="1" y="15"/>
                  <a:pt x="1" y="15"/>
                  <a:pt x="1" y="15"/>
                </a:cubicBezTo>
                <a:cubicBezTo>
                  <a:pt x="0" y="15"/>
                  <a:pt x="0" y="15"/>
                  <a:pt x="0" y="14"/>
                </a:cubicBezTo>
                <a:cubicBezTo>
                  <a:pt x="0" y="14"/>
                  <a:pt x="0" y="13"/>
                  <a:pt x="1" y="13"/>
                </a:cubicBezTo>
                <a:cubicBezTo>
                  <a:pt x="43" y="0"/>
                  <a:pt x="43" y="0"/>
                  <a:pt x="43" y="0"/>
                </a:cubicBezTo>
                <a:cubicBezTo>
                  <a:pt x="43" y="0"/>
                  <a:pt x="43" y="0"/>
                  <a:pt x="43" y="0"/>
                </a:cubicBezTo>
                <a:cubicBezTo>
                  <a:pt x="44" y="0"/>
                  <a:pt x="44" y="0"/>
                  <a:pt x="44" y="0"/>
                </a:cubicBezTo>
                <a:cubicBezTo>
                  <a:pt x="86" y="13"/>
                  <a:pt x="86" y="13"/>
                  <a:pt x="86" y="13"/>
                </a:cubicBezTo>
                <a:cubicBezTo>
                  <a:pt x="87" y="13"/>
                  <a:pt x="87" y="14"/>
                  <a:pt x="87" y="14"/>
                </a:cubicBezTo>
                <a:cubicBezTo>
                  <a:pt x="87" y="15"/>
                  <a:pt x="87" y="15"/>
                  <a:pt x="86" y="15"/>
                </a:cubicBezTo>
                <a:close/>
                <a:moveTo>
                  <a:pt x="68" y="38"/>
                </a:moveTo>
                <a:cubicBezTo>
                  <a:pt x="68" y="44"/>
                  <a:pt x="57" y="48"/>
                  <a:pt x="43" y="48"/>
                </a:cubicBezTo>
                <a:cubicBezTo>
                  <a:pt x="30" y="48"/>
                  <a:pt x="19" y="44"/>
                  <a:pt x="19" y="38"/>
                </a:cubicBezTo>
                <a:cubicBezTo>
                  <a:pt x="20" y="26"/>
                  <a:pt x="20" y="26"/>
                  <a:pt x="20" y="26"/>
                </a:cubicBezTo>
                <a:cubicBezTo>
                  <a:pt x="42" y="33"/>
                  <a:pt x="42" y="33"/>
                  <a:pt x="42" y="33"/>
                </a:cubicBezTo>
                <a:cubicBezTo>
                  <a:pt x="42" y="33"/>
                  <a:pt x="43" y="34"/>
                  <a:pt x="43" y="34"/>
                </a:cubicBezTo>
                <a:cubicBezTo>
                  <a:pt x="44" y="34"/>
                  <a:pt x="45" y="33"/>
                  <a:pt x="45" y="33"/>
                </a:cubicBezTo>
                <a:cubicBezTo>
                  <a:pt x="67" y="26"/>
                  <a:pt x="67" y="26"/>
                  <a:pt x="67" y="26"/>
                </a:cubicBezTo>
                <a:lnTo>
                  <a:pt x="68" y="38"/>
                </a:lnTo>
                <a:close/>
              </a:path>
            </a:pathLst>
          </a:custGeom>
          <a:solidFill>
            <a:schemeClr val="bg1"/>
          </a:solidFill>
          <a:ln w="9525">
            <a:noFill/>
            <a:round/>
            <a:headEnd/>
            <a:tailEnd/>
          </a:ln>
        </p:spPr>
        <p:txBody>
          <a:bodyPr anchor="ctr"/>
          <a:lstStyle/>
          <a:p>
            <a:pPr algn="ctr"/>
            <a:endParaRPr dirty="0"/>
          </a:p>
        </p:txBody>
      </p:sp>
      <p:sp>
        <p:nvSpPr>
          <p:cNvPr id="55" name="PA_矩形 54"/>
          <p:cNvSpPr/>
          <p:nvPr>
            <p:custDataLst>
              <p:tags r:id="rId4"/>
            </p:custDataLst>
          </p:nvPr>
        </p:nvSpPr>
        <p:spPr>
          <a:xfrm>
            <a:off x="2195736" y="2177157"/>
            <a:ext cx="4968552" cy="830997"/>
          </a:xfrm>
          <a:prstGeom prst="rect">
            <a:avLst/>
          </a:prstGeom>
        </p:spPr>
        <p:txBody>
          <a:bodyPr wrap="square">
            <a:spAutoFit/>
          </a:bodyPr>
          <a:lstStyle/>
          <a:p>
            <a:pPr algn="ctr"/>
            <a:r>
              <a:rPr lang="zh-CN" altLang="zh-CN" sz="2400" b="1" dirty="0">
                <a:solidFill>
                  <a:schemeClr val="bg1"/>
                </a:solidFill>
              </a:rPr>
              <a:t>基于</a:t>
            </a:r>
            <a:r>
              <a:rPr lang="en-US" altLang="zh-CN" sz="2400" b="1" dirty="0">
                <a:solidFill>
                  <a:schemeClr val="bg1"/>
                </a:solidFill>
              </a:rPr>
              <a:t>Django</a:t>
            </a:r>
            <a:r>
              <a:rPr lang="zh-CN" altLang="zh-CN" sz="2400" b="1" dirty="0">
                <a:solidFill>
                  <a:schemeClr val="bg1"/>
                </a:solidFill>
              </a:rPr>
              <a:t>的</a:t>
            </a:r>
            <a:r>
              <a:rPr lang="en-US" altLang="zh-CN" sz="2400" b="1" dirty="0">
                <a:solidFill>
                  <a:schemeClr val="bg1"/>
                </a:solidFill>
              </a:rPr>
              <a:t>python</a:t>
            </a:r>
            <a:r>
              <a:rPr lang="zh-CN" altLang="zh-CN" sz="2400" b="1" dirty="0">
                <a:solidFill>
                  <a:schemeClr val="bg1"/>
                </a:solidFill>
              </a:rPr>
              <a:t>课程在线考试系统</a:t>
            </a:r>
            <a:r>
              <a:rPr lang="zh-CN" altLang="en-US" sz="2400" b="1" dirty="0">
                <a:solidFill>
                  <a:schemeClr val="bg1"/>
                </a:solidFill>
              </a:rPr>
              <a:t>设计与实现</a:t>
            </a:r>
            <a:endParaRPr lang="zh-CN" altLang="zh-CN" sz="2400" dirty="0">
              <a:solidFill>
                <a:schemeClr val="bg1"/>
              </a:solidFill>
            </a:endParaRPr>
          </a:p>
        </p:txBody>
      </p:sp>
      <p:sp>
        <p:nvSpPr>
          <p:cNvPr id="54" name="PA_文本框 71"/>
          <p:cNvSpPr txBox="1"/>
          <p:nvPr>
            <p:custDataLst>
              <p:tags r:id="rId5"/>
            </p:custDataLst>
          </p:nvPr>
        </p:nvSpPr>
        <p:spPr>
          <a:xfrm>
            <a:off x="3021697" y="1587416"/>
            <a:ext cx="2869696" cy="369332"/>
          </a:xfrm>
          <a:prstGeom prst="rect">
            <a:avLst/>
          </a:prstGeom>
          <a:noFill/>
        </p:spPr>
        <p:txBody>
          <a:bodyPr wrap="none" rtlCol="0">
            <a:spAutoFit/>
          </a:bodyPr>
          <a:lstStyle/>
          <a:p>
            <a:r>
              <a:rPr lang="zh-CN" altLang="en-US" dirty="0">
                <a:solidFill>
                  <a:schemeClr val="bg1"/>
                </a:solidFill>
                <a:latin typeface="微软雅黑" pitchFamily="34" charset="-122"/>
                <a:ea typeface="微软雅黑" pitchFamily="34" charset="-122"/>
              </a:rPr>
              <a:t>网路工程专业</a:t>
            </a:r>
            <a:r>
              <a:rPr lang="en-US" altLang="zh-CN" dirty="0">
                <a:solidFill>
                  <a:schemeClr val="bg1"/>
                </a:solidFill>
                <a:latin typeface="微软雅黑" pitchFamily="34" charset="-122"/>
                <a:ea typeface="微软雅黑" pitchFamily="34" charset="-122"/>
              </a:rPr>
              <a:t> 2018</a:t>
            </a:r>
            <a:r>
              <a:rPr lang="zh-CN" altLang="en-US" dirty="0">
                <a:solidFill>
                  <a:schemeClr val="bg1"/>
                </a:solidFill>
                <a:latin typeface="微软雅黑" pitchFamily="34" charset="-122"/>
                <a:ea typeface="微软雅黑" pitchFamily="34" charset="-122"/>
              </a:rPr>
              <a:t>级本科</a:t>
            </a:r>
          </a:p>
        </p:txBody>
      </p:sp>
      <p:sp>
        <p:nvSpPr>
          <p:cNvPr id="85" name="PA_文本框 84"/>
          <p:cNvSpPr txBox="1"/>
          <p:nvPr>
            <p:custDataLst>
              <p:tags r:id="rId6"/>
            </p:custDataLst>
          </p:nvPr>
        </p:nvSpPr>
        <p:spPr>
          <a:xfrm>
            <a:off x="3184990" y="3058353"/>
            <a:ext cx="2561920" cy="307777"/>
          </a:xfrm>
          <a:prstGeom prst="rect">
            <a:avLst/>
          </a:prstGeom>
          <a:noFill/>
        </p:spPr>
        <p:txBody>
          <a:bodyPr wrap="none" rtlCol="0">
            <a:spAutoFit/>
          </a:bodyPr>
          <a:lstStyle/>
          <a:p>
            <a:r>
              <a:rPr lang="zh-CN" altLang="en-US" sz="1400" dirty="0">
                <a:solidFill>
                  <a:schemeClr val="bg1"/>
                </a:solidFill>
                <a:latin typeface="微软雅黑" pitchFamily="34" charset="-122"/>
                <a:ea typeface="微软雅黑" pitchFamily="34" charset="-122"/>
              </a:rPr>
              <a:t>班级：</a:t>
            </a:r>
            <a:r>
              <a:rPr lang="en-US" altLang="zh-CN" sz="1400" dirty="0">
                <a:solidFill>
                  <a:schemeClr val="bg1"/>
                </a:solidFill>
                <a:latin typeface="微软雅黑" pitchFamily="34" charset="-122"/>
                <a:ea typeface="微软雅黑" pitchFamily="34" charset="-122"/>
              </a:rPr>
              <a:t>1802   </a:t>
            </a:r>
            <a:r>
              <a:rPr lang="zh-CN" altLang="en-US" sz="1400" dirty="0">
                <a:solidFill>
                  <a:schemeClr val="bg1"/>
                </a:solidFill>
                <a:latin typeface="微软雅黑" pitchFamily="34" charset="-122"/>
                <a:ea typeface="微软雅黑" pitchFamily="34" charset="-122"/>
              </a:rPr>
              <a:t>汇报人：田园园</a:t>
            </a:r>
          </a:p>
        </p:txBody>
      </p:sp>
      <p:cxnSp>
        <p:nvCxnSpPr>
          <p:cNvPr id="7" name="PA_直接连接符 6"/>
          <p:cNvCxnSpPr>
            <a:cxnSpLocks/>
          </p:cNvCxnSpPr>
          <p:nvPr>
            <p:custDataLst>
              <p:tags r:id="rId7"/>
            </p:custDataLst>
          </p:nvPr>
        </p:nvCxnSpPr>
        <p:spPr>
          <a:xfrm>
            <a:off x="0" y="1131590"/>
            <a:ext cx="9167579" cy="0"/>
          </a:xfrm>
          <a:prstGeom prst="line">
            <a:avLst/>
          </a:prstGeom>
          <a:ln w="57150"/>
        </p:spPr>
        <p:style>
          <a:lnRef idx="1">
            <a:schemeClr val="accent1"/>
          </a:lnRef>
          <a:fillRef idx="0">
            <a:schemeClr val="accent1"/>
          </a:fillRef>
          <a:effectRef idx="0">
            <a:schemeClr val="accent1"/>
          </a:effectRef>
          <a:fontRef idx="minor">
            <a:schemeClr val="tx1"/>
          </a:fontRef>
        </p:style>
      </p:cxnSp>
      <p:cxnSp>
        <p:nvCxnSpPr>
          <p:cNvPr id="18" name="PA_直接连接符 17"/>
          <p:cNvCxnSpPr>
            <a:cxnSpLocks/>
          </p:cNvCxnSpPr>
          <p:nvPr>
            <p:custDataLst>
              <p:tags r:id="rId8"/>
            </p:custDataLst>
          </p:nvPr>
        </p:nvCxnSpPr>
        <p:spPr>
          <a:xfrm>
            <a:off x="0" y="4299942"/>
            <a:ext cx="9167579" cy="0"/>
          </a:xfrm>
          <a:prstGeom prst="line">
            <a:avLst/>
          </a:prstGeom>
          <a:ln w="57150"/>
        </p:spPr>
        <p:style>
          <a:lnRef idx="1">
            <a:schemeClr val="accent1"/>
          </a:lnRef>
          <a:fillRef idx="0">
            <a:schemeClr val="accent1"/>
          </a:fillRef>
          <a:effectRef idx="0">
            <a:schemeClr val="accent1"/>
          </a:effectRef>
          <a:fontRef idx="minor">
            <a:schemeClr val="tx1"/>
          </a:fontRef>
        </p:style>
      </p:cxnSp>
      <p:pic>
        <p:nvPicPr>
          <p:cNvPr id="12" name="图片 11">
            <a:extLst>
              <a:ext uri="{FF2B5EF4-FFF2-40B4-BE49-F238E27FC236}">
                <a16:creationId xmlns:a16="http://schemas.microsoft.com/office/drawing/2014/main" id="{6E36E9BC-F9AD-4AFB-AB7D-4E830FE94CAA}"/>
              </a:ext>
            </a:extLst>
          </p:cNvPr>
          <p:cNvPicPr>
            <a:picLocks noChangeAspect="1"/>
          </p:cNvPicPr>
          <p:nvPr/>
        </p:nvPicPr>
        <p:blipFill>
          <a:blip r:embed="rId11">
            <a:extLst>
              <a:ext uri="{28A0092B-C50C-407E-A947-70E740481C1C}">
                <a14:useLocalDpi xmlns:a14="http://schemas.microsoft.com/office/drawing/2010/main" val="0"/>
              </a:ext>
            </a:extLst>
          </a:blip>
          <a:stretch>
            <a:fillRect/>
          </a:stretch>
        </p:blipFill>
        <p:spPr>
          <a:xfrm>
            <a:off x="3098283" y="479217"/>
            <a:ext cx="2638786" cy="522531"/>
          </a:xfrm>
          <a:prstGeom prst="rect">
            <a:avLst/>
          </a:prstGeom>
        </p:spPr>
      </p:pic>
    </p:spTree>
    <p:extLst>
      <p:ext uri="{BB962C8B-B14F-4D97-AF65-F5344CB8AC3E}">
        <p14:creationId xmlns:p14="http://schemas.microsoft.com/office/powerpoint/2010/main" val="17218200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barn(inVertical)">
                                      <p:cBhvr>
                                        <p:cTn id="7" dur="500"/>
                                        <p:tgtEl>
                                          <p:spTgt spid="12"/>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barn(inVertical)">
                                      <p:cBhvr>
                                        <p:cTn id="12" dur="500"/>
                                        <p:tgtEl>
                                          <p:spTgt spid="7"/>
                                        </p:tgtEl>
                                      </p:cBhvr>
                                    </p:animEffect>
                                  </p:childTnLst>
                                </p:cTn>
                              </p:par>
                              <p:par>
                                <p:cTn id="13" presetID="16" presetClass="entr" presetSubtype="21" fill="hold" grpId="0" nodeType="withEffect">
                                  <p:stCondLst>
                                    <p:cond delay="0"/>
                                  </p:stCondLst>
                                  <p:childTnLst>
                                    <p:set>
                                      <p:cBhvr>
                                        <p:cTn id="14" dur="1" fill="hold">
                                          <p:stCondLst>
                                            <p:cond delay="0"/>
                                          </p:stCondLst>
                                        </p:cTn>
                                        <p:tgtEl>
                                          <p:spTgt spid="5"/>
                                        </p:tgtEl>
                                        <p:attrNameLst>
                                          <p:attrName>style.visibility</p:attrName>
                                        </p:attrNameLst>
                                      </p:cBhvr>
                                      <p:to>
                                        <p:strVal val="visible"/>
                                      </p:to>
                                    </p:set>
                                    <p:animEffect transition="in" filter="barn(inVertical)">
                                      <p:cBhvr>
                                        <p:cTn id="15" dur="500"/>
                                        <p:tgtEl>
                                          <p:spTgt spid="5"/>
                                        </p:tgtEl>
                                      </p:cBhvr>
                                    </p:animEffect>
                                  </p:childTnLst>
                                </p:cTn>
                              </p:par>
                            </p:childTnLst>
                          </p:cTn>
                        </p:par>
                      </p:childTnLst>
                    </p:cTn>
                  </p:par>
                  <p:par>
                    <p:cTn id="16" fill="hold">
                      <p:stCondLst>
                        <p:cond delay="indefinite"/>
                      </p:stCondLst>
                      <p:childTnLst>
                        <p:par>
                          <p:cTn id="17" fill="hold">
                            <p:stCondLst>
                              <p:cond delay="0"/>
                            </p:stCondLst>
                            <p:childTnLst>
                              <p:par>
                                <p:cTn id="18" presetID="42" presetClass="entr" presetSubtype="0" fill="hold" grpId="0" nodeType="clickEffect">
                                  <p:stCondLst>
                                    <p:cond delay="0"/>
                                  </p:stCondLst>
                                  <p:childTnLst>
                                    <p:set>
                                      <p:cBhvr>
                                        <p:cTn id="19" dur="1" fill="hold">
                                          <p:stCondLst>
                                            <p:cond delay="0"/>
                                          </p:stCondLst>
                                        </p:cTn>
                                        <p:tgtEl>
                                          <p:spTgt spid="54"/>
                                        </p:tgtEl>
                                        <p:attrNameLst>
                                          <p:attrName>style.visibility</p:attrName>
                                        </p:attrNameLst>
                                      </p:cBhvr>
                                      <p:to>
                                        <p:strVal val="visible"/>
                                      </p:to>
                                    </p:set>
                                    <p:animEffect transition="in" filter="fade">
                                      <p:cBhvr>
                                        <p:cTn id="20" dur="500"/>
                                        <p:tgtEl>
                                          <p:spTgt spid="54"/>
                                        </p:tgtEl>
                                      </p:cBhvr>
                                    </p:animEffect>
                                    <p:anim calcmode="lin" valueType="num">
                                      <p:cBhvr>
                                        <p:cTn id="21" dur="500" fill="hold"/>
                                        <p:tgtEl>
                                          <p:spTgt spid="54"/>
                                        </p:tgtEl>
                                        <p:attrNameLst>
                                          <p:attrName>ppt_x</p:attrName>
                                        </p:attrNameLst>
                                      </p:cBhvr>
                                      <p:tavLst>
                                        <p:tav tm="0">
                                          <p:val>
                                            <p:strVal val="#ppt_x"/>
                                          </p:val>
                                        </p:tav>
                                        <p:tav tm="100000">
                                          <p:val>
                                            <p:strVal val="#ppt_x"/>
                                          </p:val>
                                        </p:tav>
                                      </p:tavLst>
                                    </p:anim>
                                    <p:anim calcmode="lin" valueType="num">
                                      <p:cBhvr>
                                        <p:cTn id="22" dur="500" fill="hold"/>
                                        <p:tgtEl>
                                          <p:spTgt spid="54"/>
                                        </p:tgtEl>
                                        <p:attrNameLst>
                                          <p:attrName>ppt_y</p:attrName>
                                        </p:attrNameLst>
                                      </p:cBhvr>
                                      <p:tavLst>
                                        <p:tav tm="0">
                                          <p:val>
                                            <p:strVal val="#ppt_y+.1"/>
                                          </p:val>
                                        </p:tav>
                                        <p:tav tm="100000">
                                          <p:val>
                                            <p:strVal val="#ppt_y"/>
                                          </p:val>
                                        </p:tav>
                                      </p:tavLst>
                                    </p:anim>
                                  </p:childTnLst>
                                </p:cTn>
                              </p:par>
                              <p:par>
                                <p:cTn id="23" presetID="16" presetClass="entr" presetSubtype="21" fill="hold" nodeType="withEffect">
                                  <p:stCondLst>
                                    <p:cond delay="0"/>
                                  </p:stCondLst>
                                  <p:childTnLst>
                                    <p:set>
                                      <p:cBhvr>
                                        <p:cTn id="24" dur="1" fill="hold">
                                          <p:stCondLst>
                                            <p:cond delay="0"/>
                                          </p:stCondLst>
                                        </p:cTn>
                                        <p:tgtEl>
                                          <p:spTgt spid="18"/>
                                        </p:tgtEl>
                                        <p:attrNameLst>
                                          <p:attrName>style.visibility</p:attrName>
                                        </p:attrNameLst>
                                      </p:cBhvr>
                                      <p:to>
                                        <p:strVal val="visible"/>
                                      </p:to>
                                    </p:set>
                                    <p:animEffect transition="in" filter="barn(inVertical)">
                                      <p:cBhvr>
                                        <p:cTn id="25" dur="500"/>
                                        <p:tgtEl>
                                          <p:spTgt spid="18"/>
                                        </p:tgtEl>
                                      </p:cBhvr>
                                    </p:animEffect>
                                  </p:childTnLst>
                                </p:cTn>
                              </p:par>
                            </p:childTnLst>
                          </p:cTn>
                        </p:par>
                      </p:childTnLst>
                    </p:cTn>
                  </p:par>
                  <p:par>
                    <p:cTn id="26" fill="hold">
                      <p:stCondLst>
                        <p:cond delay="indefinite"/>
                      </p:stCondLst>
                      <p:childTnLst>
                        <p:par>
                          <p:cTn id="27" fill="hold">
                            <p:stCondLst>
                              <p:cond delay="0"/>
                            </p:stCondLst>
                            <p:childTnLst>
                              <p:par>
                                <p:cTn id="28" presetID="5" presetClass="entr" presetSubtype="10" fill="hold" grpId="0" nodeType="clickEffect">
                                  <p:stCondLst>
                                    <p:cond delay="0"/>
                                  </p:stCondLst>
                                  <p:childTnLst>
                                    <p:set>
                                      <p:cBhvr>
                                        <p:cTn id="29" dur="1" fill="hold">
                                          <p:stCondLst>
                                            <p:cond delay="0"/>
                                          </p:stCondLst>
                                        </p:cTn>
                                        <p:tgtEl>
                                          <p:spTgt spid="55"/>
                                        </p:tgtEl>
                                        <p:attrNameLst>
                                          <p:attrName>style.visibility</p:attrName>
                                        </p:attrNameLst>
                                      </p:cBhvr>
                                      <p:to>
                                        <p:strVal val="visible"/>
                                      </p:to>
                                    </p:set>
                                    <p:animEffect transition="in" filter="checkerboard(across)">
                                      <p:cBhvr>
                                        <p:cTn id="30" dur="500"/>
                                        <p:tgtEl>
                                          <p:spTgt spid="55"/>
                                        </p:tgtEl>
                                      </p:cBhvr>
                                    </p:animEffect>
                                  </p:childTnLst>
                                </p:cTn>
                              </p:par>
                            </p:childTnLst>
                          </p:cTn>
                        </p:par>
                      </p:childTnLst>
                    </p:cTn>
                  </p:par>
                  <p:par>
                    <p:cTn id="31" fill="hold">
                      <p:stCondLst>
                        <p:cond delay="indefinite"/>
                      </p:stCondLst>
                      <p:childTnLst>
                        <p:par>
                          <p:cTn id="32" fill="hold">
                            <p:stCondLst>
                              <p:cond delay="0"/>
                            </p:stCondLst>
                            <p:childTnLst>
                              <p:par>
                                <p:cTn id="33" presetID="16" presetClass="entr" presetSubtype="21" fill="hold" grpId="0" nodeType="clickEffect">
                                  <p:stCondLst>
                                    <p:cond delay="0"/>
                                  </p:stCondLst>
                                  <p:childTnLst>
                                    <p:set>
                                      <p:cBhvr>
                                        <p:cTn id="34" dur="1" fill="hold">
                                          <p:stCondLst>
                                            <p:cond delay="0"/>
                                          </p:stCondLst>
                                        </p:cTn>
                                        <p:tgtEl>
                                          <p:spTgt spid="32"/>
                                        </p:tgtEl>
                                        <p:attrNameLst>
                                          <p:attrName>style.visibility</p:attrName>
                                        </p:attrNameLst>
                                      </p:cBhvr>
                                      <p:to>
                                        <p:strVal val="visible"/>
                                      </p:to>
                                    </p:set>
                                    <p:animEffect transition="in" filter="barn(inVertical)">
                                      <p:cBhvr>
                                        <p:cTn id="35" dur="500"/>
                                        <p:tgtEl>
                                          <p:spTgt spid="32"/>
                                        </p:tgtEl>
                                      </p:cBhvr>
                                    </p:animEffect>
                                  </p:childTnLst>
                                </p:cTn>
                              </p:par>
                              <p:par>
                                <p:cTn id="36" presetID="16" presetClass="entr" presetSubtype="21" fill="hold" grpId="0" nodeType="withEffect">
                                  <p:stCondLst>
                                    <p:cond delay="0"/>
                                  </p:stCondLst>
                                  <p:childTnLst>
                                    <p:set>
                                      <p:cBhvr>
                                        <p:cTn id="37" dur="1" fill="hold">
                                          <p:stCondLst>
                                            <p:cond delay="0"/>
                                          </p:stCondLst>
                                        </p:cTn>
                                        <p:tgtEl>
                                          <p:spTgt spid="85"/>
                                        </p:tgtEl>
                                        <p:attrNameLst>
                                          <p:attrName>style.visibility</p:attrName>
                                        </p:attrNameLst>
                                      </p:cBhvr>
                                      <p:to>
                                        <p:strVal val="visible"/>
                                      </p:to>
                                    </p:set>
                                    <p:animEffect transition="in" filter="barn(inVertical)">
                                      <p:cBhvr>
                                        <p:cTn id="38" dur="500"/>
                                        <p:tgtEl>
                                          <p:spTgt spid="8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32" grpId="0" animBg="1"/>
      <p:bldP spid="55" grpId="0"/>
      <p:bldP spid="54" grpId="0"/>
      <p:bldP spid="85"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9" name="组合 28"/>
          <p:cNvGrpSpPr/>
          <p:nvPr/>
        </p:nvGrpSpPr>
        <p:grpSpPr>
          <a:xfrm>
            <a:off x="3657260" y="3407278"/>
            <a:ext cx="3328615" cy="468262"/>
            <a:chOff x="3657260" y="3771890"/>
            <a:chExt cx="3328615" cy="468262"/>
          </a:xfrm>
        </p:grpSpPr>
        <p:sp>
          <p:nvSpPr>
            <p:cNvPr id="8" name="Diamond 24"/>
            <p:cNvSpPr/>
            <p:nvPr/>
          </p:nvSpPr>
          <p:spPr>
            <a:xfrm>
              <a:off x="3657260" y="3771890"/>
              <a:ext cx="468262" cy="468262"/>
            </a:xfrm>
            <a:prstGeom prst="diamond">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anchor="ctr">
              <a:normAutofit fontScale="92500" lnSpcReduction="10000"/>
            </a:bodyPr>
            <a:lstStyle/>
            <a:p>
              <a:pPr algn="ctr"/>
              <a:r>
                <a:rPr lang="en-US" altLang="zh-CN" dirty="0">
                  <a:solidFill>
                    <a:schemeClr val="bg1"/>
                  </a:solidFill>
                  <a:latin typeface="Impact" panose="020B0806030902050204" pitchFamily="34" charset="0"/>
                </a:rPr>
                <a:t>05</a:t>
              </a:r>
            </a:p>
          </p:txBody>
        </p:sp>
        <p:sp>
          <p:nvSpPr>
            <p:cNvPr id="26" name="TextBox 50"/>
            <p:cNvSpPr txBox="1"/>
            <p:nvPr/>
          </p:nvSpPr>
          <p:spPr>
            <a:xfrm>
              <a:off x="4013945" y="3904979"/>
              <a:ext cx="2971930" cy="182148"/>
            </a:xfrm>
            <a:prstGeom prst="rect">
              <a:avLst/>
            </a:prstGeom>
            <a:noFill/>
          </p:spPr>
          <p:txBody>
            <a:bodyPr wrap="none" lIns="360000" tIns="0" rIns="0" bIns="0" anchor="b" anchorCtr="0">
              <a:normAutofit fontScale="85000" lnSpcReduction="20000"/>
            </a:bodyPr>
            <a:lstStyle/>
            <a:p>
              <a:r>
                <a:rPr lang="zh-CN" altLang="en-US" sz="1600" b="1" dirty="0">
                  <a:solidFill>
                    <a:schemeClr val="accent5">
                      <a:lumMod val="100000"/>
                    </a:schemeClr>
                  </a:solidFill>
                </a:rPr>
                <a:t>开发环境</a:t>
              </a:r>
            </a:p>
          </p:txBody>
        </p:sp>
      </p:grpSp>
      <p:grpSp>
        <p:nvGrpSpPr>
          <p:cNvPr id="28" name="组合 27"/>
          <p:cNvGrpSpPr/>
          <p:nvPr/>
        </p:nvGrpSpPr>
        <p:grpSpPr>
          <a:xfrm>
            <a:off x="3661339" y="2748346"/>
            <a:ext cx="3322574" cy="468262"/>
            <a:chOff x="3661339" y="3112958"/>
            <a:chExt cx="3322574" cy="468262"/>
          </a:xfrm>
        </p:grpSpPr>
        <p:sp>
          <p:nvSpPr>
            <p:cNvPr id="10" name="Diamond 26"/>
            <p:cNvSpPr/>
            <p:nvPr/>
          </p:nvSpPr>
          <p:spPr>
            <a:xfrm>
              <a:off x="3661339" y="3112958"/>
              <a:ext cx="468262" cy="468262"/>
            </a:xfrm>
            <a:prstGeom prst="diamond">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anchor="ctr">
              <a:normAutofit fontScale="92500" lnSpcReduction="10000"/>
            </a:bodyPr>
            <a:lstStyle/>
            <a:p>
              <a:pPr algn="ctr"/>
              <a:r>
                <a:rPr lang="en-US" altLang="zh-CN">
                  <a:solidFill>
                    <a:schemeClr val="bg1"/>
                  </a:solidFill>
                  <a:latin typeface="Impact" panose="020B0806030902050204" pitchFamily="34" charset="0"/>
                </a:rPr>
                <a:t>04</a:t>
              </a:r>
            </a:p>
          </p:txBody>
        </p:sp>
        <p:sp>
          <p:nvSpPr>
            <p:cNvPr id="24" name="TextBox 48"/>
            <p:cNvSpPr txBox="1"/>
            <p:nvPr/>
          </p:nvSpPr>
          <p:spPr>
            <a:xfrm>
              <a:off x="4011983" y="3265944"/>
              <a:ext cx="2971930" cy="182148"/>
            </a:xfrm>
            <a:prstGeom prst="rect">
              <a:avLst/>
            </a:prstGeom>
            <a:noFill/>
          </p:spPr>
          <p:txBody>
            <a:bodyPr wrap="none" lIns="360000" tIns="0" rIns="0" bIns="0" anchor="b" anchorCtr="0">
              <a:normAutofit fontScale="85000" lnSpcReduction="20000"/>
            </a:bodyPr>
            <a:lstStyle/>
            <a:p>
              <a:r>
                <a:rPr lang="zh-CN" altLang="en-US" sz="1600" b="1" dirty="0">
                  <a:solidFill>
                    <a:schemeClr val="accent4">
                      <a:lumMod val="100000"/>
                    </a:schemeClr>
                  </a:solidFill>
                </a:rPr>
                <a:t>主要内容</a:t>
              </a:r>
            </a:p>
          </p:txBody>
        </p:sp>
      </p:grpSp>
      <p:grpSp>
        <p:nvGrpSpPr>
          <p:cNvPr id="6" name="组合 5"/>
          <p:cNvGrpSpPr/>
          <p:nvPr/>
        </p:nvGrpSpPr>
        <p:grpSpPr>
          <a:xfrm>
            <a:off x="3661339" y="2089414"/>
            <a:ext cx="3306527" cy="468262"/>
            <a:chOff x="3661339" y="2454026"/>
            <a:chExt cx="3306527" cy="468262"/>
          </a:xfrm>
        </p:grpSpPr>
        <p:sp>
          <p:nvSpPr>
            <p:cNvPr id="12" name="Diamond 28"/>
            <p:cNvSpPr/>
            <p:nvPr/>
          </p:nvSpPr>
          <p:spPr>
            <a:xfrm>
              <a:off x="3661339" y="2454026"/>
              <a:ext cx="468262" cy="468262"/>
            </a:xfrm>
            <a:prstGeom prst="diamond">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anchor="ctr">
              <a:normAutofit fontScale="92500" lnSpcReduction="10000"/>
            </a:bodyPr>
            <a:lstStyle/>
            <a:p>
              <a:pPr algn="ctr"/>
              <a:r>
                <a:rPr lang="en-US" altLang="zh-CN">
                  <a:solidFill>
                    <a:schemeClr val="bg1"/>
                  </a:solidFill>
                  <a:latin typeface="Impact" panose="020B0806030902050204" pitchFamily="34" charset="0"/>
                </a:rPr>
                <a:t>03</a:t>
              </a:r>
            </a:p>
          </p:txBody>
        </p:sp>
        <p:sp>
          <p:nvSpPr>
            <p:cNvPr id="22" name="TextBox 39"/>
            <p:cNvSpPr txBox="1"/>
            <p:nvPr/>
          </p:nvSpPr>
          <p:spPr>
            <a:xfrm>
              <a:off x="3995936" y="2597083"/>
              <a:ext cx="2971930" cy="182148"/>
            </a:xfrm>
            <a:prstGeom prst="rect">
              <a:avLst/>
            </a:prstGeom>
            <a:noFill/>
          </p:spPr>
          <p:txBody>
            <a:bodyPr wrap="none" lIns="360000" tIns="0" rIns="0" bIns="0" anchor="b" anchorCtr="0">
              <a:normAutofit fontScale="85000" lnSpcReduction="20000"/>
            </a:bodyPr>
            <a:lstStyle/>
            <a:p>
              <a:r>
                <a:rPr lang="zh-CN" altLang="en-US" sz="1600" b="1" dirty="0">
                  <a:solidFill>
                    <a:schemeClr val="accent3">
                      <a:lumMod val="100000"/>
                    </a:schemeClr>
                  </a:solidFill>
                </a:rPr>
                <a:t>可行性分析</a:t>
              </a:r>
            </a:p>
          </p:txBody>
        </p:sp>
      </p:grpSp>
      <p:grpSp>
        <p:nvGrpSpPr>
          <p:cNvPr id="4" name="组合 3"/>
          <p:cNvGrpSpPr/>
          <p:nvPr/>
        </p:nvGrpSpPr>
        <p:grpSpPr>
          <a:xfrm>
            <a:off x="3661339" y="1430482"/>
            <a:ext cx="3306527" cy="468262"/>
            <a:chOff x="3661339" y="1795094"/>
            <a:chExt cx="3306527" cy="468262"/>
          </a:xfrm>
        </p:grpSpPr>
        <p:sp>
          <p:nvSpPr>
            <p:cNvPr id="14" name="Diamond 30"/>
            <p:cNvSpPr/>
            <p:nvPr/>
          </p:nvSpPr>
          <p:spPr>
            <a:xfrm>
              <a:off x="3661339" y="1795094"/>
              <a:ext cx="468262" cy="468262"/>
            </a:xfrm>
            <a:prstGeom prst="diamond">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anchor="ctr">
              <a:normAutofit fontScale="92500" lnSpcReduction="10000"/>
            </a:bodyPr>
            <a:lstStyle/>
            <a:p>
              <a:pPr algn="ctr"/>
              <a:r>
                <a:rPr lang="en-US" altLang="zh-CN">
                  <a:solidFill>
                    <a:schemeClr val="bg1"/>
                  </a:solidFill>
                  <a:latin typeface="Impact" panose="020B0806030902050204" pitchFamily="34" charset="0"/>
                </a:rPr>
                <a:t>02</a:t>
              </a:r>
            </a:p>
          </p:txBody>
        </p:sp>
        <p:sp>
          <p:nvSpPr>
            <p:cNvPr id="20" name="TextBox 37"/>
            <p:cNvSpPr txBox="1"/>
            <p:nvPr/>
          </p:nvSpPr>
          <p:spPr>
            <a:xfrm>
              <a:off x="3995936" y="1938310"/>
              <a:ext cx="2971930" cy="182148"/>
            </a:xfrm>
            <a:prstGeom prst="rect">
              <a:avLst/>
            </a:prstGeom>
            <a:noFill/>
          </p:spPr>
          <p:txBody>
            <a:bodyPr wrap="none" lIns="360000" tIns="0" rIns="0" bIns="0" anchor="b" anchorCtr="0">
              <a:normAutofit fontScale="85000" lnSpcReduction="20000"/>
            </a:bodyPr>
            <a:lstStyle/>
            <a:p>
              <a:r>
                <a:rPr lang="zh-CN" altLang="en-US" sz="1600" b="1" dirty="0">
                  <a:solidFill>
                    <a:schemeClr val="accent2">
                      <a:lumMod val="100000"/>
                    </a:schemeClr>
                  </a:solidFill>
                </a:rPr>
                <a:t>开发意义及优势</a:t>
              </a:r>
            </a:p>
          </p:txBody>
        </p:sp>
      </p:grpSp>
      <p:grpSp>
        <p:nvGrpSpPr>
          <p:cNvPr id="3" name="组合 2"/>
          <p:cNvGrpSpPr/>
          <p:nvPr/>
        </p:nvGrpSpPr>
        <p:grpSpPr>
          <a:xfrm>
            <a:off x="3661341" y="771550"/>
            <a:ext cx="3322572" cy="468262"/>
            <a:chOff x="3661341" y="1136162"/>
            <a:chExt cx="3322572" cy="468262"/>
          </a:xfrm>
        </p:grpSpPr>
        <p:sp>
          <p:nvSpPr>
            <p:cNvPr id="16" name="Diamond 32"/>
            <p:cNvSpPr/>
            <p:nvPr/>
          </p:nvSpPr>
          <p:spPr>
            <a:xfrm>
              <a:off x="3661341" y="1136162"/>
              <a:ext cx="468262" cy="468262"/>
            </a:xfrm>
            <a:prstGeom prst="diamond">
              <a:avLst/>
            </a:prstGeom>
            <a:ln>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anchor="ctr">
              <a:normAutofit fontScale="92500" lnSpcReduction="10000"/>
            </a:bodyPr>
            <a:lstStyle/>
            <a:p>
              <a:pPr algn="ctr"/>
              <a:r>
                <a:rPr lang="en-US" altLang="zh-CN">
                  <a:solidFill>
                    <a:schemeClr val="bg1"/>
                  </a:solidFill>
                  <a:latin typeface="Impact" panose="020B0806030902050204" pitchFamily="34" charset="0"/>
                </a:rPr>
                <a:t>01</a:t>
              </a:r>
            </a:p>
          </p:txBody>
        </p:sp>
        <p:sp>
          <p:nvSpPr>
            <p:cNvPr id="18" name="TextBox 34"/>
            <p:cNvSpPr txBox="1"/>
            <p:nvPr/>
          </p:nvSpPr>
          <p:spPr>
            <a:xfrm>
              <a:off x="4011983" y="1268276"/>
              <a:ext cx="2971930" cy="182148"/>
            </a:xfrm>
            <a:prstGeom prst="rect">
              <a:avLst/>
            </a:prstGeom>
            <a:noFill/>
          </p:spPr>
          <p:txBody>
            <a:bodyPr wrap="none" lIns="360000" tIns="0" rIns="0" bIns="0" anchor="b" anchorCtr="0">
              <a:normAutofit fontScale="85000" lnSpcReduction="20000"/>
            </a:bodyPr>
            <a:lstStyle/>
            <a:p>
              <a:r>
                <a:rPr lang="zh-CN" altLang="en-US" sz="1600" b="1" dirty="0">
                  <a:solidFill>
                    <a:schemeClr val="accent1">
                      <a:lumMod val="100000"/>
                    </a:schemeClr>
                  </a:solidFill>
                </a:rPr>
                <a:t>绪论</a:t>
              </a:r>
            </a:p>
          </p:txBody>
        </p:sp>
      </p:grpSp>
      <p:grpSp>
        <p:nvGrpSpPr>
          <p:cNvPr id="2" name="组合 1"/>
          <p:cNvGrpSpPr/>
          <p:nvPr/>
        </p:nvGrpSpPr>
        <p:grpSpPr>
          <a:xfrm>
            <a:off x="107504" y="2225501"/>
            <a:ext cx="2802392" cy="841849"/>
            <a:chOff x="107504" y="2225501"/>
            <a:chExt cx="2802392" cy="841849"/>
          </a:xfrm>
        </p:grpSpPr>
        <p:sp>
          <p:nvSpPr>
            <p:cNvPr id="32" name="Rectangle 51"/>
            <p:cNvSpPr/>
            <p:nvPr/>
          </p:nvSpPr>
          <p:spPr>
            <a:xfrm>
              <a:off x="107504" y="2225501"/>
              <a:ext cx="2802392" cy="692497"/>
            </a:xfrm>
            <a:prstGeom prst="rect">
              <a:avLst/>
            </a:prstGeom>
          </p:spPr>
          <p:txBody>
            <a:bodyPr wrap="square">
              <a:normAutofit fontScale="85000" lnSpcReduction="20000"/>
            </a:bodyPr>
            <a:lstStyle/>
            <a:p>
              <a:pPr algn="r"/>
              <a:r>
                <a:rPr lang="zh-CN" altLang="en-US" sz="5400" b="1" spc="300" dirty="0">
                  <a:solidFill>
                    <a:srgbClr val="13436C"/>
                  </a:solidFill>
                </a:rPr>
                <a:t>目录</a:t>
              </a:r>
            </a:p>
          </p:txBody>
        </p:sp>
        <p:sp>
          <p:nvSpPr>
            <p:cNvPr id="5" name="Rectangle 4"/>
            <p:cNvSpPr/>
            <p:nvPr/>
          </p:nvSpPr>
          <p:spPr>
            <a:xfrm>
              <a:off x="1619672" y="2790351"/>
              <a:ext cx="1177245" cy="276999"/>
            </a:xfrm>
            <a:prstGeom prst="rect">
              <a:avLst/>
            </a:prstGeom>
          </p:spPr>
          <p:txBody>
            <a:bodyPr wrap="none">
              <a:normAutofit fontScale="77500" lnSpcReduction="20000"/>
            </a:bodyPr>
            <a:lstStyle/>
            <a:p>
              <a:pPr algn="r"/>
              <a:r>
                <a:rPr lang="en-US" altLang="zh-CN" b="1" spc="300" dirty="0">
                  <a:solidFill>
                    <a:srgbClr val="13436C"/>
                  </a:solidFill>
                </a:rPr>
                <a:t>CONTENT</a:t>
              </a:r>
            </a:p>
          </p:txBody>
        </p:sp>
      </p:grpSp>
      <p:grpSp>
        <p:nvGrpSpPr>
          <p:cNvPr id="30" name="组合 29">
            <a:extLst>
              <a:ext uri="{FF2B5EF4-FFF2-40B4-BE49-F238E27FC236}">
                <a16:creationId xmlns:a16="http://schemas.microsoft.com/office/drawing/2014/main" id="{0EC6F483-EA53-4CC0-8394-6EE14B1A225A}"/>
              </a:ext>
            </a:extLst>
          </p:cNvPr>
          <p:cNvGrpSpPr/>
          <p:nvPr/>
        </p:nvGrpSpPr>
        <p:grpSpPr>
          <a:xfrm>
            <a:off x="3657260" y="4034769"/>
            <a:ext cx="3310606" cy="468262"/>
            <a:chOff x="3657260" y="3771890"/>
            <a:chExt cx="3310606" cy="468262"/>
          </a:xfrm>
        </p:grpSpPr>
        <p:sp>
          <p:nvSpPr>
            <p:cNvPr id="31" name="Diamond 24">
              <a:extLst>
                <a:ext uri="{FF2B5EF4-FFF2-40B4-BE49-F238E27FC236}">
                  <a16:creationId xmlns:a16="http://schemas.microsoft.com/office/drawing/2014/main" id="{C8967052-28F8-4B94-A3F4-2987D3186236}"/>
                </a:ext>
              </a:extLst>
            </p:cNvPr>
            <p:cNvSpPr/>
            <p:nvPr/>
          </p:nvSpPr>
          <p:spPr>
            <a:xfrm>
              <a:off x="3657260" y="3771890"/>
              <a:ext cx="468262" cy="468262"/>
            </a:xfrm>
            <a:prstGeom prst="diamond">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anchor="ctr">
              <a:normAutofit fontScale="92500" lnSpcReduction="10000"/>
            </a:bodyPr>
            <a:lstStyle/>
            <a:p>
              <a:pPr algn="ctr"/>
              <a:r>
                <a:rPr lang="en-US" altLang="zh-CN" dirty="0">
                  <a:solidFill>
                    <a:schemeClr val="bg1"/>
                  </a:solidFill>
                  <a:latin typeface="Impact" panose="020B0806030902050204" pitchFamily="34" charset="0"/>
                </a:rPr>
                <a:t>06</a:t>
              </a:r>
            </a:p>
          </p:txBody>
        </p:sp>
        <p:sp>
          <p:nvSpPr>
            <p:cNvPr id="34" name="TextBox 50">
              <a:extLst>
                <a:ext uri="{FF2B5EF4-FFF2-40B4-BE49-F238E27FC236}">
                  <a16:creationId xmlns:a16="http://schemas.microsoft.com/office/drawing/2014/main" id="{3F5DE450-0C5F-4145-9337-3A7BE2956443}"/>
                </a:ext>
              </a:extLst>
            </p:cNvPr>
            <p:cNvSpPr txBox="1"/>
            <p:nvPr/>
          </p:nvSpPr>
          <p:spPr>
            <a:xfrm>
              <a:off x="3995936" y="3921835"/>
              <a:ext cx="2971930" cy="182148"/>
            </a:xfrm>
            <a:prstGeom prst="rect">
              <a:avLst/>
            </a:prstGeom>
            <a:noFill/>
          </p:spPr>
          <p:txBody>
            <a:bodyPr wrap="none" lIns="360000" tIns="0" rIns="0" bIns="0" anchor="b" anchorCtr="0">
              <a:normAutofit fontScale="85000" lnSpcReduction="20000"/>
            </a:bodyPr>
            <a:lstStyle/>
            <a:p>
              <a:r>
                <a:rPr lang="zh-CN" altLang="en-US" sz="1600" b="1" dirty="0">
                  <a:solidFill>
                    <a:schemeClr val="accent5">
                      <a:lumMod val="100000"/>
                    </a:schemeClr>
                  </a:solidFill>
                </a:rPr>
                <a:t>实现时间安排</a:t>
              </a:r>
            </a:p>
          </p:txBody>
        </p:sp>
      </p:grpSp>
    </p:spTree>
    <p:extLst>
      <p:ext uri="{BB962C8B-B14F-4D97-AF65-F5344CB8AC3E}">
        <p14:creationId xmlns:p14="http://schemas.microsoft.com/office/powerpoint/2010/main" val="158630725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500" fill="hold"/>
                                        <p:tgtEl>
                                          <p:spTgt spid="2"/>
                                        </p:tgtEl>
                                        <p:attrNameLst>
                                          <p:attrName>ppt_w</p:attrName>
                                        </p:attrNameLst>
                                      </p:cBhvr>
                                      <p:tavLst>
                                        <p:tav tm="0">
                                          <p:val>
                                            <p:fltVal val="0"/>
                                          </p:val>
                                        </p:tav>
                                        <p:tav tm="100000">
                                          <p:val>
                                            <p:strVal val="#ppt_w"/>
                                          </p:val>
                                        </p:tav>
                                      </p:tavLst>
                                    </p:anim>
                                    <p:anim calcmode="lin" valueType="num">
                                      <p:cBhvr>
                                        <p:cTn id="8" dur="500" fill="hold"/>
                                        <p:tgtEl>
                                          <p:spTgt spid="2"/>
                                        </p:tgtEl>
                                        <p:attrNameLst>
                                          <p:attrName>ppt_h</p:attrName>
                                        </p:attrNameLst>
                                      </p:cBhvr>
                                      <p:tavLst>
                                        <p:tav tm="0">
                                          <p:val>
                                            <p:fltVal val="0"/>
                                          </p:val>
                                        </p:tav>
                                        <p:tav tm="100000">
                                          <p:val>
                                            <p:strVal val="#ppt_h"/>
                                          </p:val>
                                        </p:tav>
                                      </p:tavLst>
                                    </p:anim>
                                    <p:animEffect transition="in" filter="fade">
                                      <p:cBhvr>
                                        <p:cTn id="9" dur="500"/>
                                        <p:tgtEl>
                                          <p:spTgt spid="2"/>
                                        </p:tgtEl>
                                      </p:cBhvr>
                                    </p:animEffect>
                                  </p:childTnLst>
                                </p:cTn>
                              </p:par>
                            </p:childTnLst>
                          </p:cTn>
                        </p:par>
                      </p:childTnLst>
                    </p:cTn>
                  </p:par>
                  <p:par>
                    <p:cTn id="10" fill="hold">
                      <p:stCondLst>
                        <p:cond delay="indefinite"/>
                      </p:stCondLst>
                      <p:childTnLst>
                        <p:par>
                          <p:cTn id="11" fill="hold">
                            <p:stCondLst>
                              <p:cond delay="0"/>
                            </p:stCondLst>
                            <p:childTnLst>
                              <p:par>
                                <p:cTn id="12" presetID="2" presetClass="entr" presetSubtype="6" fill="hold" nodeType="clickEffect">
                                  <p:stCondLst>
                                    <p:cond delay="0"/>
                                  </p:stCondLst>
                                  <p:childTnLst>
                                    <p:set>
                                      <p:cBhvr>
                                        <p:cTn id="13" dur="1" fill="hold">
                                          <p:stCondLst>
                                            <p:cond delay="0"/>
                                          </p:stCondLst>
                                        </p:cTn>
                                        <p:tgtEl>
                                          <p:spTgt spid="3"/>
                                        </p:tgtEl>
                                        <p:attrNameLst>
                                          <p:attrName>style.visibility</p:attrName>
                                        </p:attrNameLst>
                                      </p:cBhvr>
                                      <p:to>
                                        <p:strVal val="visible"/>
                                      </p:to>
                                    </p:set>
                                    <p:anim calcmode="lin" valueType="num">
                                      <p:cBhvr additive="base">
                                        <p:cTn id="14" dur="500" fill="hold"/>
                                        <p:tgtEl>
                                          <p:spTgt spid="3"/>
                                        </p:tgtEl>
                                        <p:attrNameLst>
                                          <p:attrName>ppt_x</p:attrName>
                                        </p:attrNameLst>
                                      </p:cBhvr>
                                      <p:tavLst>
                                        <p:tav tm="0">
                                          <p:val>
                                            <p:strVal val="1+#ppt_w/2"/>
                                          </p:val>
                                        </p:tav>
                                        <p:tav tm="100000">
                                          <p:val>
                                            <p:strVal val="#ppt_x"/>
                                          </p:val>
                                        </p:tav>
                                      </p:tavLst>
                                    </p:anim>
                                    <p:anim calcmode="lin" valueType="num">
                                      <p:cBhvr additive="base">
                                        <p:cTn id="15"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16" fill="hold">
                      <p:stCondLst>
                        <p:cond delay="indefinite"/>
                      </p:stCondLst>
                      <p:childTnLst>
                        <p:par>
                          <p:cTn id="17" fill="hold">
                            <p:stCondLst>
                              <p:cond delay="0"/>
                            </p:stCondLst>
                            <p:childTnLst>
                              <p:par>
                                <p:cTn id="18" presetID="2" presetClass="entr" presetSubtype="6" fill="hold" nodeType="clickEffect">
                                  <p:stCondLst>
                                    <p:cond delay="0"/>
                                  </p:stCondLst>
                                  <p:childTnLst>
                                    <p:set>
                                      <p:cBhvr>
                                        <p:cTn id="19" dur="1" fill="hold">
                                          <p:stCondLst>
                                            <p:cond delay="0"/>
                                          </p:stCondLst>
                                        </p:cTn>
                                        <p:tgtEl>
                                          <p:spTgt spid="4"/>
                                        </p:tgtEl>
                                        <p:attrNameLst>
                                          <p:attrName>style.visibility</p:attrName>
                                        </p:attrNameLst>
                                      </p:cBhvr>
                                      <p:to>
                                        <p:strVal val="visible"/>
                                      </p:to>
                                    </p:set>
                                    <p:anim calcmode="lin" valueType="num">
                                      <p:cBhvr additive="base">
                                        <p:cTn id="20" dur="500" fill="hold"/>
                                        <p:tgtEl>
                                          <p:spTgt spid="4"/>
                                        </p:tgtEl>
                                        <p:attrNameLst>
                                          <p:attrName>ppt_x</p:attrName>
                                        </p:attrNameLst>
                                      </p:cBhvr>
                                      <p:tavLst>
                                        <p:tav tm="0">
                                          <p:val>
                                            <p:strVal val="1+#ppt_w/2"/>
                                          </p:val>
                                        </p:tav>
                                        <p:tav tm="100000">
                                          <p:val>
                                            <p:strVal val="#ppt_x"/>
                                          </p:val>
                                        </p:tav>
                                      </p:tavLst>
                                    </p:anim>
                                    <p:anim calcmode="lin" valueType="num">
                                      <p:cBhvr additive="base">
                                        <p:cTn id="21"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2" presetClass="entr" presetSubtype="6" fill="hold" nodeType="clickEffect">
                                  <p:stCondLst>
                                    <p:cond delay="0"/>
                                  </p:stCondLst>
                                  <p:childTnLst>
                                    <p:set>
                                      <p:cBhvr>
                                        <p:cTn id="25" dur="1" fill="hold">
                                          <p:stCondLst>
                                            <p:cond delay="0"/>
                                          </p:stCondLst>
                                        </p:cTn>
                                        <p:tgtEl>
                                          <p:spTgt spid="6"/>
                                        </p:tgtEl>
                                        <p:attrNameLst>
                                          <p:attrName>style.visibility</p:attrName>
                                        </p:attrNameLst>
                                      </p:cBhvr>
                                      <p:to>
                                        <p:strVal val="visible"/>
                                      </p:to>
                                    </p:set>
                                    <p:anim calcmode="lin" valueType="num">
                                      <p:cBhvr additive="base">
                                        <p:cTn id="26" dur="500" fill="hold"/>
                                        <p:tgtEl>
                                          <p:spTgt spid="6"/>
                                        </p:tgtEl>
                                        <p:attrNameLst>
                                          <p:attrName>ppt_x</p:attrName>
                                        </p:attrNameLst>
                                      </p:cBhvr>
                                      <p:tavLst>
                                        <p:tav tm="0">
                                          <p:val>
                                            <p:strVal val="1+#ppt_w/2"/>
                                          </p:val>
                                        </p:tav>
                                        <p:tav tm="100000">
                                          <p:val>
                                            <p:strVal val="#ppt_x"/>
                                          </p:val>
                                        </p:tav>
                                      </p:tavLst>
                                    </p:anim>
                                    <p:anim calcmode="lin" valueType="num">
                                      <p:cBhvr additive="base">
                                        <p:cTn id="27"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28" fill="hold">
                      <p:stCondLst>
                        <p:cond delay="indefinite"/>
                      </p:stCondLst>
                      <p:childTnLst>
                        <p:par>
                          <p:cTn id="29" fill="hold">
                            <p:stCondLst>
                              <p:cond delay="0"/>
                            </p:stCondLst>
                            <p:childTnLst>
                              <p:par>
                                <p:cTn id="30" presetID="2" presetClass="entr" presetSubtype="6" fill="hold" nodeType="clickEffect">
                                  <p:stCondLst>
                                    <p:cond delay="0"/>
                                  </p:stCondLst>
                                  <p:childTnLst>
                                    <p:set>
                                      <p:cBhvr>
                                        <p:cTn id="31" dur="1" fill="hold">
                                          <p:stCondLst>
                                            <p:cond delay="0"/>
                                          </p:stCondLst>
                                        </p:cTn>
                                        <p:tgtEl>
                                          <p:spTgt spid="28"/>
                                        </p:tgtEl>
                                        <p:attrNameLst>
                                          <p:attrName>style.visibility</p:attrName>
                                        </p:attrNameLst>
                                      </p:cBhvr>
                                      <p:to>
                                        <p:strVal val="visible"/>
                                      </p:to>
                                    </p:set>
                                    <p:anim calcmode="lin" valueType="num">
                                      <p:cBhvr additive="base">
                                        <p:cTn id="32" dur="500" fill="hold"/>
                                        <p:tgtEl>
                                          <p:spTgt spid="28"/>
                                        </p:tgtEl>
                                        <p:attrNameLst>
                                          <p:attrName>ppt_x</p:attrName>
                                        </p:attrNameLst>
                                      </p:cBhvr>
                                      <p:tavLst>
                                        <p:tav tm="0">
                                          <p:val>
                                            <p:strVal val="1+#ppt_w/2"/>
                                          </p:val>
                                        </p:tav>
                                        <p:tav tm="100000">
                                          <p:val>
                                            <p:strVal val="#ppt_x"/>
                                          </p:val>
                                        </p:tav>
                                      </p:tavLst>
                                    </p:anim>
                                    <p:anim calcmode="lin" valueType="num">
                                      <p:cBhvr additive="base">
                                        <p:cTn id="33" dur="500" fill="hold"/>
                                        <p:tgtEl>
                                          <p:spTgt spid="28"/>
                                        </p:tgtEl>
                                        <p:attrNameLst>
                                          <p:attrName>ppt_y</p:attrName>
                                        </p:attrNameLst>
                                      </p:cBhvr>
                                      <p:tavLst>
                                        <p:tav tm="0">
                                          <p:val>
                                            <p:strVal val="1+#ppt_h/2"/>
                                          </p:val>
                                        </p:tav>
                                        <p:tav tm="100000">
                                          <p:val>
                                            <p:strVal val="#ppt_y"/>
                                          </p:val>
                                        </p:tav>
                                      </p:tavLst>
                                    </p:anim>
                                  </p:childTnLst>
                                </p:cTn>
                              </p:par>
                            </p:childTnLst>
                          </p:cTn>
                        </p:par>
                      </p:childTnLst>
                    </p:cTn>
                  </p:par>
                  <p:par>
                    <p:cTn id="34" fill="hold">
                      <p:stCondLst>
                        <p:cond delay="indefinite"/>
                      </p:stCondLst>
                      <p:childTnLst>
                        <p:par>
                          <p:cTn id="35" fill="hold">
                            <p:stCondLst>
                              <p:cond delay="0"/>
                            </p:stCondLst>
                            <p:childTnLst>
                              <p:par>
                                <p:cTn id="36" presetID="2" presetClass="entr" presetSubtype="6" fill="hold" nodeType="clickEffect">
                                  <p:stCondLst>
                                    <p:cond delay="0"/>
                                  </p:stCondLst>
                                  <p:childTnLst>
                                    <p:set>
                                      <p:cBhvr>
                                        <p:cTn id="37" dur="1" fill="hold">
                                          <p:stCondLst>
                                            <p:cond delay="0"/>
                                          </p:stCondLst>
                                        </p:cTn>
                                        <p:tgtEl>
                                          <p:spTgt spid="29"/>
                                        </p:tgtEl>
                                        <p:attrNameLst>
                                          <p:attrName>style.visibility</p:attrName>
                                        </p:attrNameLst>
                                      </p:cBhvr>
                                      <p:to>
                                        <p:strVal val="visible"/>
                                      </p:to>
                                    </p:set>
                                    <p:anim calcmode="lin" valueType="num">
                                      <p:cBhvr additive="base">
                                        <p:cTn id="38" dur="500" fill="hold"/>
                                        <p:tgtEl>
                                          <p:spTgt spid="29"/>
                                        </p:tgtEl>
                                        <p:attrNameLst>
                                          <p:attrName>ppt_x</p:attrName>
                                        </p:attrNameLst>
                                      </p:cBhvr>
                                      <p:tavLst>
                                        <p:tav tm="0">
                                          <p:val>
                                            <p:strVal val="1+#ppt_w/2"/>
                                          </p:val>
                                        </p:tav>
                                        <p:tav tm="100000">
                                          <p:val>
                                            <p:strVal val="#ppt_x"/>
                                          </p:val>
                                        </p:tav>
                                      </p:tavLst>
                                    </p:anim>
                                    <p:anim calcmode="lin" valueType="num">
                                      <p:cBhvr additive="base">
                                        <p:cTn id="39" dur="500" fill="hold"/>
                                        <p:tgtEl>
                                          <p:spTgt spid="29"/>
                                        </p:tgtEl>
                                        <p:attrNameLst>
                                          <p:attrName>ppt_y</p:attrName>
                                        </p:attrNameLst>
                                      </p:cBhvr>
                                      <p:tavLst>
                                        <p:tav tm="0">
                                          <p:val>
                                            <p:strVal val="1+#ppt_h/2"/>
                                          </p:val>
                                        </p:tav>
                                        <p:tav tm="100000">
                                          <p:val>
                                            <p:strVal val="#ppt_y"/>
                                          </p:val>
                                        </p:tav>
                                      </p:tavLst>
                                    </p:anim>
                                  </p:childTnLst>
                                </p:cTn>
                              </p:par>
                            </p:childTnLst>
                          </p:cTn>
                        </p:par>
                      </p:childTnLst>
                    </p:cTn>
                  </p:par>
                  <p:par>
                    <p:cTn id="40" fill="hold">
                      <p:stCondLst>
                        <p:cond delay="indefinite"/>
                      </p:stCondLst>
                      <p:childTnLst>
                        <p:par>
                          <p:cTn id="41" fill="hold">
                            <p:stCondLst>
                              <p:cond delay="0"/>
                            </p:stCondLst>
                            <p:childTnLst>
                              <p:par>
                                <p:cTn id="42" presetID="2" presetClass="entr" presetSubtype="6" fill="hold" nodeType="clickEffect">
                                  <p:stCondLst>
                                    <p:cond delay="0"/>
                                  </p:stCondLst>
                                  <p:childTnLst>
                                    <p:set>
                                      <p:cBhvr>
                                        <p:cTn id="43" dur="1" fill="hold">
                                          <p:stCondLst>
                                            <p:cond delay="0"/>
                                          </p:stCondLst>
                                        </p:cTn>
                                        <p:tgtEl>
                                          <p:spTgt spid="30"/>
                                        </p:tgtEl>
                                        <p:attrNameLst>
                                          <p:attrName>style.visibility</p:attrName>
                                        </p:attrNameLst>
                                      </p:cBhvr>
                                      <p:to>
                                        <p:strVal val="visible"/>
                                      </p:to>
                                    </p:set>
                                    <p:anim calcmode="lin" valueType="num">
                                      <p:cBhvr additive="base">
                                        <p:cTn id="44" dur="500" fill="hold"/>
                                        <p:tgtEl>
                                          <p:spTgt spid="30"/>
                                        </p:tgtEl>
                                        <p:attrNameLst>
                                          <p:attrName>ppt_x</p:attrName>
                                        </p:attrNameLst>
                                      </p:cBhvr>
                                      <p:tavLst>
                                        <p:tav tm="0">
                                          <p:val>
                                            <p:strVal val="1+#ppt_w/2"/>
                                          </p:val>
                                        </p:tav>
                                        <p:tav tm="100000">
                                          <p:val>
                                            <p:strVal val="#ppt_x"/>
                                          </p:val>
                                        </p:tav>
                                      </p:tavLst>
                                    </p:anim>
                                    <p:anim calcmode="lin" valueType="num">
                                      <p:cBhvr additive="base">
                                        <p:cTn id="45" dur="500" fill="hold"/>
                                        <p:tgtEl>
                                          <p:spTgt spid="3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
          <p:cNvSpPr/>
          <p:nvPr/>
        </p:nvSpPr>
        <p:spPr>
          <a:xfrm rot="16200000">
            <a:off x="4262803" y="348503"/>
            <a:ext cx="1770522" cy="4320479"/>
          </a:xfrm>
          <a:prstGeom prst="rect">
            <a:avLst/>
          </a:prstGeom>
          <a:solidFill>
            <a:srgbClr val="13436C"/>
          </a:solidFill>
          <a:ln w="19050">
            <a:solidFill>
              <a:schemeClr val="accent1"/>
            </a:solidFill>
          </a:ln>
        </p:spPr>
        <p:style>
          <a:lnRef idx="1">
            <a:schemeClr val="accent1"/>
          </a:lnRef>
          <a:fillRef idx="0">
            <a:schemeClr val="accent1"/>
          </a:fillRef>
          <a:effectRef idx="0">
            <a:schemeClr val="accent1"/>
          </a:effectRef>
          <a:fontRef idx="minor">
            <a:schemeClr val="tx1"/>
          </a:fontRef>
        </p:style>
        <p:txBody>
          <a:bodyPr wrap="square" tIns="2160000" anchor="t" anchorCtr="1">
            <a:normAutofit/>
          </a:bodyPr>
          <a:lstStyle/>
          <a:p>
            <a:pPr algn="ctr">
              <a:lnSpc>
                <a:spcPct val="120000"/>
              </a:lnSpc>
            </a:pPr>
            <a:endParaRPr lang="zh-CN" altLang="en-US" sz="1100" dirty="0"/>
          </a:p>
        </p:txBody>
      </p:sp>
      <p:sp>
        <p:nvSpPr>
          <p:cNvPr id="20" name="TextBox 40"/>
          <p:cNvSpPr txBox="1"/>
          <p:nvPr/>
        </p:nvSpPr>
        <p:spPr>
          <a:xfrm>
            <a:off x="5224645" y="2486608"/>
            <a:ext cx="1296144" cy="170284"/>
          </a:xfrm>
          <a:prstGeom prst="rect">
            <a:avLst/>
          </a:prstGeom>
          <a:noFill/>
        </p:spPr>
        <p:txBody>
          <a:bodyPr wrap="none" lIns="0" tIns="0" rIns="0" bIns="0" anchor="ctr" anchorCtr="0">
            <a:normAutofit fontScale="77500" lnSpcReduction="20000"/>
          </a:bodyPr>
          <a:lstStyle/>
          <a:p>
            <a:r>
              <a:rPr lang="zh-CN" altLang="en-US" sz="1600" b="1" dirty="0">
                <a:solidFill>
                  <a:schemeClr val="bg1"/>
                </a:solidFill>
              </a:rPr>
              <a:t>选题背景及课题意义</a:t>
            </a:r>
          </a:p>
        </p:txBody>
      </p:sp>
      <p:sp>
        <p:nvSpPr>
          <p:cNvPr id="27" name="TextBox 40"/>
          <p:cNvSpPr txBox="1"/>
          <p:nvPr/>
        </p:nvSpPr>
        <p:spPr>
          <a:xfrm>
            <a:off x="3995936" y="2199296"/>
            <a:ext cx="1102622" cy="708544"/>
          </a:xfrm>
          <a:prstGeom prst="rect">
            <a:avLst/>
          </a:prstGeom>
          <a:noFill/>
        </p:spPr>
        <p:txBody>
          <a:bodyPr wrap="none" lIns="0" tIns="0" rIns="0" bIns="0" anchor="ctr" anchorCtr="0">
            <a:normAutofit/>
          </a:bodyPr>
          <a:lstStyle/>
          <a:p>
            <a:r>
              <a:rPr lang="zh-CN" altLang="en-US" sz="4000" b="1" dirty="0">
                <a:solidFill>
                  <a:schemeClr val="bg1"/>
                </a:solidFill>
              </a:rPr>
              <a:t>绪论</a:t>
            </a:r>
          </a:p>
        </p:txBody>
      </p:sp>
      <p:sp>
        <p:nvSpPr>
          <p:cNvPr id="16" name="TextBox 2"/>
          <p:cNvSpPr txBox="1"/>
          <p:nvPr/>
        </p:nvSpPr>
        <p:spPr>
          <a:xfrm>
            <a:off x="1061537" y="1814586"/>
            <a:ext cx="2160240" cy="2016223"/>
          </a:xfrm>
          <a:prstGeom prst="rect">
            <a:avLst/>
          </a:prstGeom>
          <a:noFill/>
        </p:spPr>
        <p:txBody>
          <a:bodyPr wrap="square" lIns="0" tIns="0" rIns="0" bIns="0">
            <a:normAutofit fontScale="85000" lnSpcReduction="20000"/>
          </a:bodyPr>
          <a:lstStyle/>
          <a:p>
            <a:r>
              <a:rPr lang="en-US" altLang="zh-CN" sz="19200" dirty="0">
                <a:solidFill>
                  <a:srgbClr val="13436C"/>
                </a:solidFill>
                <a:latin typeface="Bernard MT Condensed" panose="02050806060905020404" pitchFamily="18" charset="0"/>
              </a:rPr>
              <a:t>01</a:t>
            </a:r>
            <a:endParaRPr lang="zh-CN" altLang="en-US" sz="19200" dirty="0">
              <a:solidFill>
                <a:srgbClr val="13436C"/>
              </a:solidFill>
              <a:latin typeface="Bernard MT Condensed" panose="02050806060905020404" pitchFamily="18" charset="0"/>
            </a:endParaRPr>
          </a:p>
        </p:txBody>
      </p:sp>
    </p:spTree>
    <p:extLst>
      <p:ext uri="{BB962C8B-B14F-4D97-AF65-F5344CB8AC3E}">
        <p14:creationId xmlns:p14="http://schemas.microsoft.com/office/powerpoint/2010/main" val="263910229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2"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right)">
                                      <p:cBhvr>
                                        <p:cTn id="7" dur="500"/>
                                        <p:tgtEl>
                                          <p:spTgt spid="4"/>
                                        </p:tgtEl>
                                      </p:cBhvr>
                                    </p:animEffect>
                                  </p:childTnLst>
                                </p:cTn>
                              </p:par>
                            </p:childTnLst>
                          </p:cTn>
                        </p:par>
                        <p:par>
                          <p:cTn id="8" fill="hold">
                            <p:stCondLst>
                              <p:cond delay="500"/>
                            </p:stCondLst>
                            <p:childTnLst>
                              <p:par>
                                <p:cTn id="9" presetID="53" presetClass="entr" presetSubtype="16" fill="hold" grpId="0" nodeType="afterEffect">
                                  <p:stCondLst>
                                    <p:cond delay="0"/>
                                  </p:stCondLst>
                                  <p:childTnLst>
                                    <p:set>
                                      <p:cBhvr>
                                        <p:cTn id="10" dur="1" fill="hold">
                                          <p:stCondLst>
                                            <p:cond delay="0"/>
                                          </p:stCondLst>
                                        </p:cTn>
                                        <p:tgtEl>
                                          <p:spTgt spid="27"/>
                                        </p:tgtEl>
                                        <p:attrNameLst>
                                          <p:attrName>style.visibility</p:attrName>
                                        </p:attrNameLst>
                                      </p:cBhvr>
                                      <p:to>
                                        <p:strVal val="visible"/>
                                      </p:to>
                                    </p:set>
                                    <p:anim calcmode="lin" valueType="num">
                                      <p:cBhvr>
                                        <p:cTn id="11" dur="500" fill="hold"/>
                                        <p:tgtEl>
                                          <p:spTgt spid="27"/>
                                        </p:tgtEl>
                                        <p:attrNameLst>
                                          <p:attrName>ppt_w</p:attrName>
                                        </p:attrNameLst>
                                      </p:cBhvr>
                                      <p:tavLst>
                                        <p:tav tm="0">
                                          <p:val>
                                            <p:fltVal val="0"/>
                                          </p:val>
                                        </p:tav>
                                        <p:tav tm="100000">
                                          <p:val>
                                            <p:strVal val="#ppt_w"/>
                                          </p:val>
                                        </p:tav>
                                      </p:tavLst>
                                    </p:anim>
                                    <p:anim calcmode="lin" valueType="num">
                                      <p:cBhvr>
                                        <p:cTn id="12" dur="500" fill="hold"/>
                                        <p:tgtEl>
                                          <p:spTgt spid="27"/>
                                        </p:tgtEl>
                                        <p:attrNameLst>
                                          <p:attrName>ppt_h</p:attrName>
                                        </p:attrNameLst>
                                      </p:cBhvr>
                                      <p:tavLst>
                                        <p:tav tm="0">
                                          <p:val>
                                            <p:fltVal val="0"/>
                                          </p:val>
                                        </p:tav>
                                        <p:tav tm="100000">
                                          <p:val>
                                            <p:strVal val="#ppt_h"/>
                                          </p:val>
                                        </p:tav>
                                      </p:tavLst>
                                    </p:anim>
                                    <p:animEffect transition="in" filter="fade">
                                      <p:cBhvr>
                                        <p:cTn id="13" dur="500"/>
                                        <p:tgtEl>
                                          <p:spTgt spid="27"/>
                                        </p:tgtEl>
                                      </p:cBhvr>
                                    </p:animEffect>
                                  </p:childTnLst>
                                </p:cTn>
                              </p:par>
                            </p:childTnLst>
                          </p:cTn>
                        </p:par>
                        <p:par>
                          <p:cTn id="14" fill="hold">
                            <p:stCondLst>
                              <p:cond delay="1000"/>
                            </p:stCondLst>
                            <p:childTnLst>
                              <p:par>
                                <p:cTn id="15" presetID="42" presetClass="entr" presetSubtype="0" fill="hold" grpId="0" nodeType="afterEffect">
                                  <p:stCondLst>
                                    <p:cond delay="0"/>
                                  </p:stCondLst>
                                  <p:childTnLst>
                                    <p:set>
                                      <p:cBhvr>
                                        <p:cTn id="16" dur="1" fill="hold">
                                          <p:stCondLst>
                                            <p:cond delay="0"/>
                                          </p:stCondLst>
                                        </p:cTn>
                                        <p:tgtEl>
                                          <p:spTgt spid="20"/>
                                        </p:tgtEl>
                                        <p:attrNameLst>
                                          <p:attrName>style.visibility</p:attrName>
                                        </p:attrNameLst>
                                      </p:cBhvr>
                                      <p:to>
                                        <p:strVal val="visible"/>
                                      </p:to>
                                    </p:set>
                                    <p:animEffect transition="in" filter="fade">
                                      <p:cBhvr>
                                        <p:cTn id="17" dur="1000"/>
                                        <p:tgtEl>
                                          <p:spTgt spid="20"/>
                                        </p:tgtEl>
                                      </p:cBhvr>
                                    </p:animEffect>
                                    <p:anim calcmode="lin" valueType="num">
                                      <p:cBhvr>
                                        <p:cTn id="18" dur="1000" fill="hold"/>
                                        <p:tgtEl>
                                          <p:spTgt spid="20"/>
                                        </p:tgtEl>
                                        <p:attrNameLst>
                                          <p:attrName>ppt_x</p:attrName>
                                        </p:attrNameLst>
                                      </p:cBhvr>
                                      <p:tavLst>
                                        <p:tav tm="0">
                                          <p:val>
                                            <p:strVal val="#ppt_x"/>
                                          </p:val>
                                        </p:tav>
                                        <p:tav tm="100000">
                                          <p:val>
                                            <p:strVal val="#ppt_x"/>
                                          </p:val>
                                        </p:tav>
                                      </p:tavLst>
                                    </p:anim>
                                    <p:anim calcmode="lin" valueType="num">
                                      <p:cBhvr>
                                        <p:cTn id="19" dur="1000" fill="hold"/>
                                        <p:tgtEl>
                                          <p:spTgt spid="20"/>
                                        </p:tgtEl>
                                        <p:attrNameLst>
                                          <p:attrName>ppt_y</p:attrName>
                                        </p:attrNameLst>
                                      </p:cBhvr>
                                      <p:tavLst>
                                        <p:tav tm="0">
                                          <p:val>
                                            <p:strVal val="#ppt_y+.1"/>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53" presetClass="entr" presetSubtype="16" fill="hold" grpId="0" nodeType="clickEffect">
                                  <p:stCondLst>
                                    <p:cond delay="0"/>
                                  </p:stCondLst>
                                  <p:childTnLst>
                                    <p:set>
                                      <p:cBhvr>
                                        <p:cTn id="23" dur="1" fill="hold">
                                          <p:stCondLst>
                                            <p:cond delay="0"/>
                                          </p:stCondLst>
                                        </p:cTn>
                                        <p:tgtEl>
                                          <p:spTgt spid="16"/>
                                        </p:tgtEl>
                                        <p:attrNameLst>
                                          <p:attrName>style.visibility</p:attrName>
                                        </p:attrNameLst>
                                      </p:cBhvr>
                                      <p:to>
                                        <p:strVal val="visible"/>
                                      </p:to>
                                    </p:set>
                                    <p:anim calcmode="lin" valueType="num">
                                      <p:cBhvr>
                                        <p:cTn id="24" dur="500" fill="hold"/>
                                        <p:tgtEl>
                                          <p:spTgt spid="16"/>
                                        </p:tgtEl>
                                        <p:attrNameLst>
                                          <p:attrName>ppt_w</p:attrName>
                                        </p:attrNameLst>
                                      </p:cBhvr>
                                      <p:tavLst>
                                        <p:tav tm="0">
                                          <p:val>
                                            <p:fltVal val="0"/>
                                          </p:val>
                                        </p:tav>
                                        <p:tav tm="100000">
                                          <p:val>
                                            <p:strVal val="#ppt_w"/>
                                          </p:val>
                                        </p:tav>
                                      </p:tavLst>
                                    </p:anim>
                                    <p:anim calcmode="lin" valueType="num">
                                      <p:cBhvr>
                                        <p:cTn id="25" dur="500" fill="hold"/>
                                        <p:tgtEl>
                                          <p:spTgt spid="16"/>
                                        </p:tgtEl>
                                        <p:attrNameLst>
                                          <p:attrName>ppt_h</p:attrName>
                                        </p:attrNameLst>
                                      </p:cBhvr>
                                      <p:tavLst>
                                        <p:tav tm="0">
                                          <p:val>
                                            <p:fltVal val="0"/>
                                          </p:val>
                                        </p:tav>
                                        <p:tav tm="100000">
                                          <p:val>
                                            <p:strVal val="#ppt_h"/>
                                          </p:val>
                                        </p:tav>
                                      </p:tavLst>
                                    </p:anim>
                                    <p:animEffect transition="in" filter="fade">
                                      <p:cBhvr>
                                        <p:cTn id="26"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20" grpId="0"/>
      <p:bldP spid="27" grpId="0"/>
      <p:bldP spid="16"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文本框 19"/>
          <p:cNvSpPr txBox="1"/>
          <p:nvPr/>
        </p:nvSpPr>
        <p:spPr>
          <a:xfrm>
            <a:off x="539354" y="186194"/>
            <a:ext cx="2262158" cy="369332"/>
          </a:xfrm>
          <a:prstGeom prst="rect">
            <a:avLst/>
          </a:prstGeom>
          <a:noFill/>
        </p:spPr>
        <p:txBody>
          <a:bodyPr wrap="none" rtlCol="0">
            <a:spAutoFit/>
          </a:bodyPr>
          <a:lstStyle/>
          <a:p>
            <a:r>
              <a:rPr lang="zh-CN" altLang="en-US" b="1" dirty="0">
                <a:solidFill>
                  <a:srgbClr val="13436C"/>
                </a:solidFill>
                <a:latin typeface="微软雅黑" pitchFamily="34" charset="-122"/>
                <a:ea typeface="微软雅黑" pitchFamily="34" charset="-122"/>
              </a:rPr>
              <a:t>选题背景及课题意义</a:t>
            </a:r>
          </a:p>
        </p:txBody>
      </p:sp>
      <p:sp>
        <p:nvSpPr>
          <p:cNvPr id="18" name="Text Placeholder 2"/>
          <p:cNvSpPr txBox="1">
            <a:spLocks/>
          </p:cNvSpPr>
          <p:nvPr/>
        </p:nvSpPr>
        <p:spPr>
          <a:xfrm>
            <a:off x="539354" y="771550"/>
            <a:ext cx="8136904" cy="4104456"/>
          </a:xfrm>
          <a:prstGeom prst="rect">
            <a:avLst/>
          </a:prstGeom>
        </p:spPr>
        <p:txBody>
          <a:bodyPr/>
          <a:lstStyle>
            <a:lvl1pPr marL="0" indent="0" algn="ctr" defTabSz="914400" rtl="0" eaLnBrk="1" latinLnBrk="0" hangingPunct="1">
              <a:lnSpc>
                <a:spcPct val="60000"/>
              </a:lnSpc>
              <a:spcBef>
                <a:spcPts val="1000"/>
              </a:spcBef>
              <a:buFont typeface="Arial" panose="020B0604020202020204" pitchFamily="34" charset="0"/>
              <a:buNone/>
              <a:defRPr sz="1800" b="0" i="0" kern="1200">
                <a:solidFill>
                  <a:schemeClr val="tx1"/>
                </a:solidFill>
                <a:latin typeface="SF UI Display Thin" charset="0"/>
                <a:ea typeface="SF UI Display Thin" charset="0"/>
                <a:cs typeface="SF UI Display Thin"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lnSpc>
                <a:spcPct val="100000"/>
              </a:lnSpc>
              <a:spcBef>
                <a:spcPts val="0"/>
              </a:spcBef>
            </a:pPr>
            <a:r>
              <a:rPr lang="zh-CN" altLang="en-US" sz="2800" dirty="0">
                <a:latin typeface="微软雅黑" panose="020B0503020204020204" pitchFamily="34" charset="-122"/>
                <a:ea typeface="微软雅黑" panose="020B0503020204020204" pitchFamily="34" charset="-122"/>
                <a:cs typeface="+mn-cs"/>
              </a:rPr>
              <a:t>在</a:t>
            </a:r>
            <a:r>
              <a:rPr lang="en-US" altLang="zh-CN" sz="2800" dirty="0">
                <a:latin typeface="微软雅黑" panose="020B0503020204020204" pitchFamily="34" charset="-122"/>
                <a:ea typeface="微软雅黑" panose="020B0503020204020204" pitchFamily="34" charset="-122"/>
                <a:cs typeface="+mn-cs"/>
              </a:rPr>
              <a:t>Internet</a:t>
            </a:r>
            <a:r>
              <a:rPr lang="zh-CN" altLang="en-US" sz="2800" dirty="0">
                <a:latin typeface="微软雅黑" panose="020B0503020204020204" pitchFamily="34" charset="-122"/>
                <a:ea typeface="微软雅黑" panose="020B0503020204020204" pitchFamily="34" charset="-122"/>
                <a:cs typeface="+mn-cs"/>
              </a:rPr>
              <a:t>飞速发展的今天，互联网已经进入千家万户，社会进入网络时代，网络给我们带来了很多便利。不仅企业、政府的正常工作离不开网络，教育事业同样需要网络。远程教育成为现代教育技术发展方向之一，在线考试作为远程教育的一个子系统也成为一个重要的研究领域。将网络技术应用在现代高等教育中，是现代高等教育发展的需要，也是改革教育模式，提高学校教学效果和教学效率、提高科研和管理水平的必要手段</a:t>
            </a:r>
            <a:endParaRPr lang="en-US" sz="2800" dirty="0">
              <a:latin typeface="微软雅黑" panose="020B0503020204020204" pitchFamily="34" charset="-122"/>
              <a:ea typeface="微软雅黑" panose="020B0503020204020204" pitchFamily="34" charset="-122"/>
              <a:cs typeface="+mn-cs"/>
              <a:sym typeface="+mn-lt"/>
            </a:endParaRPr>
          </a:p>
        </p:txBody>
      </p:sp>
    </p:spTree>
    <p:extLst>
      <p:ext uri="{BB962C8B-B14F-4D97-AF65-F5344CB8AC3E}">
        <p14:creationId xmlns:p14="http://schemas.microsoft.com/office/powerpoint/2010/main" val="141216080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randombar(horizontal)">
                                      <p:cBhvr>
                                        <p:cTn id="7" dur="500"/>
                                        <p:tgtEl>
                                          <p:spTgt spid="16"/>
                                        </p:tgtEl>
                                      </p:cBhvr>
                                    </p:animEffect>
                                  </p:childTnLst>
                                </p:cTn>
                              </p:par>
                            </p:childTnLst>
                          </p:cTn>
                        </p:par>
                      </p:childTnLst>
                    </p:cTn>
                  </p:par>
                  <p:par>
                    <p:cTn id="8" fill="hold">
                      <p:stCondLst>
                        <p:cond delay="indefinite"/>
                      </p:stCondLst>
                      <p:childTnLst>
                        <p:par>
                          <p:cTn id="9" fill="hold">
                            <p:stCondLst>
                              <p:cond delay="0"/>
                            </p:stCondLst>
                            <p:childTnLst>
                              <p:par>
                                <p:cTn id="10" presetID="42" presetClass="entr" presetSubtype="0" fill="hold" grpId="0" nodeType="clickEffect">
                                  <p:stCondLst>
                                    <p:cond delay="0"/>
                                  </p:stCondLst>
                                  <p:childTnLst>
                                    <p:set>
                                      <p:cBhvr>
                                        <p:cTn id="11" dur="1" fill="hold">
                                          <p:stCondLst>
                                            <p:cond delay="0"/>
                                          </p:stCondLst>
                                        </p:cTn>
                                        <p:tgtEl>
                                          <p:spTgt spid="18"/>
                                        </p:tgtEl>
                                        <p:attrNameLst>
                                          <p:attrName>style.visibility</p:attrName>
                                        </p:attrNameLst>
                                      </p:cBhvr>
                                      <p:to>
                                        <p:strVal val="visible"/>
                                      </p:to>
                                    </p:set>
                                    <p:animEffect transition="in" filter="fade">
                                      <p:cBhvr>
                                        <p:cTn id="12" dur="1000"/>
                                        <p:tgtEl>
                                          <p:spTgt spid="18"/>
                                        </p:tgtEl>
                                      </p:cBhvr>
                                    </p:animEffect>
                                    <p:anim calcmode="lin" valueType="num">
                                      <p:cBhvr>
                                        <p:cTn id="13" dur="1000" fill="hold"/>
                                        <p:tgtEl>
                                          <p:spTgt spid="18"/>
                                        </p:tgtEl>
                                        <p:attrNameLst>
                                          <p:attrName>ppt_x</p:attrName>
                                        </p:attrNameLst>
                                      </p:cBhvr>
                                      <p:tavLst>
                                        <p:tav tm="0">
                                          <p:val>
                                            <p:strVal val="#ppt_x"/>
                                          </p:val>
                                        </p:tav>
                                        <p:tav tm="100000">
                                          <p:val>
                                            <p:strVal val="#ppt_x"/>
                                          </p:val>
                                        </p:tav>
                                      </p:tavLst>
                                    </p:anim>
                                    <p:anim calcmode="lin" valueType="num">
                                      <p:cBhvr>
                                        <p:cTn id="14" dur="1000" fill="hold"/>
                                        <p:tgtEl>
                                          <p:spTgt spid="1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18"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1"/>
          <p:cNvSpPr/>
          <p:nvPr/>
        </p:nvSpPr>
        <p:spPr>
          <a:xfrm rot="16200000">
            <a:off x="4190797" y="420510"/>
            <a:ext cx="1770522" cy="4176466"/>
          </a:xfrm>
          <a:prstGeom prst="rect">
            <a:avLst/>
          </a:prstGeom>
          <a:solidFill>
            <a:srgbClr val="13436C"/>
          </a:solidFill>
          <a:ln w="19050">
            <a:solidFill>
              <a:schemeClr val="accent1"/>
            </a:solidFill>
          </a:ln>
        </p:spPr>
        <p:style>
          <a:lnRef idx="1">
            <a:schemeClr val="accent1"/>
          </a:lnRef>
          <a:fillRef idx="0">
            <a:schemeClr val="accent1"/>
          </a:fillRef>
          <a:effectRef idx="0">
            <a:schemeClr val="accent1"/>
          </a:effectRef>
          <a:fontRef idx="minor">
            <a:schemeClr val="tx1"/>
          </a:fontRef>
        </p:style>
        <p:txBody>
          <a:bodyPr wrap="square" tIns="2160000" anchor="t" anchorCtr="1">
            <a:normAutofit/>
          </a:bodyPr>
          <a:lstStyle/>
          <a:p>
            <a:pPr algn="ctr">
              <a:lnSpc>
                <a:spcPct val="120000"/>
              </a:lnSpc>
            </a:pPr>
            <a:endParaRPr lang="zh-CN" altLang="en-US" sz="1100" dirty="0"/>
          </a:p>
        </p:txBody>
      </p:sp>
      <p:sp>
        <p:nvSpPr>
          <p:cNvPr id="12" name="TextBox 2"/>
          <p:cNvSpPr txBox="1"/>
          <p:nvPr/>
        </p:nvSpPr>
        <p:spPr>
          <a:xfrm>
            <a:off x="899592" y="1814586"/>
            <a:ext cx="2160240" cy="2016223"/>
          </a:xfrm>
          <a:prstGeom prst="rect">
            <a:avLst/>
          </a:prstGeom>
          <a:noFill/>
        </p:spPr>
        <p:txBody>
          <a:bodyPr wrap="square" lIns="0" tIns="0" rIns="0" bIns="0">
            <a:normAutofit fontScale="85000" lnSpcReduction="20000"/>
          </a:bodyPr>
          <a:lstStyle/>
          <a:p>
            <a:r>
              <a:rPr lang="en-US" altLang="zh-CN" sz="19200" dirty="0">
                <a:solidFill>
                  <a:srgbClr val="13436C"/>
                </a:solidFill>
                <a:latin typeface="Bernard MT Condensed" panose="02050806060905020404" pitchFamily="18" charset="0"/>
              </a:rPr>
              <a:t>02</a:t>
            </a:r>
            <a:endParaRPr lang="zh-CN" altLang="en-US" sz="19200" dirty="0">
              <a:solidFill>
                <a:srgbClr val="13436C"/>
              </a:solidFill>
              <a:latin typeface="Bernard MT Condensed" panose="02050806060905020404" pitchFamily="18" charset="0"/>
            </a:endParaRPr>
          </a:p>
        </p:txBody>
      </p:sp>
      <p:sp>
        <p:nvSpPr>
          <p:cNvPr id="24" name="TextBox 40"/>
          <p:cNvSpPr txBox="1"/>
          <p:nvPr/>
        </p:nvSpPr>
        <p:spPr>
          <a:xfrm>
            <a:off x="3995936" y="2154470"/>
            <a:ext cx="1944216" cy="708544"/>
          </a:xfrm>
          <a:prstGeom prst="rect">
            <a:avLst/>
          </a:prstGeom>
          <a:noFill/>
        </p:spPr>
        <p:txBody>
          <a:bodyPr wrap="none" lIns="0" tIns="0" rIns="0" bIns="0" anchor="ctr" anchorCtr="0">
            <a:normAutofit/>
          </a:bodyPr>
          <a:lstStyle/>
          <a:p>
            <a:r>
              <a:rPr lang="zh-CN" altLang="en-US" sz="2800" b="1" dirty="0">
                <a:solidFill>
                  <a:schemeClr val="bg1"/>
                </a:solidFill>
              </a:rPr>
              <a:t>开发意义及优势</a:t>
            </a:r>
          </a:p>
        </p:txBody>
      </p:sp>
    </p:spTree>
    <p:extLst>
      <p:ext uri="{BB962C8B-B14F-4D97-AF65-F5344CB8AC3E}">
        <p14:creationId xmlns:p14="http://schemas.microsoft.com/office/powerpoint/2010/main" val="428867108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afterEffect">
                                  <p:stCondLst>
                                    <p:cond delay="0"/>
                                  </p:stCondLst>
                                  <p:childTnLst>
                                    <p:set>
                                      <p:cBhvr>
                                        <p:cTn id="6" dur="1" fill="hold">
                                          <p:stCondLst>
                                            <p:cond delay="0"/>
                                          </p:stCondLst>
                                        </p:cTn>
                                        <p:tgtEl>
                                          <p:spTgt spid="12"/>
                                        </p:tgtEl>
                                        <p:attrNameLst>
                                          <p:attrName>style.visibility</p:attrName>
                                        </p:attrNameLst>
                                      </p:cBhvr>
                                      <p:to>
                                        <p:strVal val="visible"/>
                                      </p:to>
                                    </p:set>
                                    <p:anim calcmode="lin" valueType="num">
                                      <p:cBhvr>
                                        <p:cTn id="7" dur="500" fill="hold"/>
                                        <p:tgtEl>
                                          <p:spTgt spid="12"/>
                                        </p:tgtEl>
                                        <p:attrNameLst>
                                          <p:attrName>ppt_w</p:attrName>
                                        </p:attrNameLst>
                                      </p:cBhvr>
                                      <p:tavLst>
                                        <p:tav tm="0">
                                          <p:val>
                                            <p:fltVal val="0"/>
                                          </p:val>
                                        </p:tav>
                                        <p:tav tm="100000">
                                          <p:val>
                                            <p:strVal val="#ppt_w"/>
                                          </p:val>
                                        </p:tav>
                                      </p:tavLst>
                                    </p:anim>
                                    <p:anim calcmode="lin" valueType="num">
                                      <p:cBhvr>
                                        <p:cTn id="8" dur="500" fill="hold"/>
                                        <p:tgtEl>
                                          <p:spTgt spid="12"/>
                                        </p:tgtEl>
                                        <p:attrNameLst>
                                          <p:attrName>ppt_h</p:attrName>
                                        </p:attrNameLst>
                                      </p:cBhvr>
                                      <p:tavLst>
                                        <p:tav tm="0">
                                          <p:val>
                                            <p:fltVal val="0"/>
                                          </p:val>
                                        </p:tav>
                                        <p:tav tm="100000">
                                          <p:val>
                                            <p:strVal val="#ppt_h"/>
                                          </p:val>
                                        </p:tav>
                                      </p:tavLst>
                                    </p:anim>
                                    <p:animEffect transition="in" filter="fade">
                                      <p:cBhvr>
                                        <p:cTn id="9" dur="500"/>
                                        <p:tgtEl>
                                          <p:spTgt spid="12"/>
                                        </p:tgtEl>
                                      </p:cBhvr>
                                    </p:animEffect>
                                  </p:childTnLst>
                                </p:cTn>
                              </p:par>
                            </p:childTnLst>
                          </p:cTn>
                        </p:par>
                        <p:par>
                          <p:cTn id="10" fill="hold">
                            <p:stCondLst>
                              <p:cond delay="500"/>
                            </p:stCondLst>
                            <p:childTnLst>
                              <p:par>
                                <p:cTn id="11" presetID="22" presetClass="entr" presetSubtype="2" fill="hold" grpId="0" nodeType="after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wipe(right)">
                                      <p:cBhvr>
                                        <p:cTn id="13" dur="500"/>
                                        <p:tgtEl>
                                          <p:spTgt spid="11"/>
                                        </p:tgtEl>
                                      </p:cBhvr>
                                    </p:animEffect>
                                  </p:childTnLst>
                                </p:cTn>
                              </p:par>
                            </p:childTnLst>
                          </p:cTn>
                        </p:par>
                        <p:par>
                          <p:cTn id="14" fill="hold">
                            <p:stCondLst>
                              <p:cond delay="1000"/>
                            </p:stCondLst>
                            <p:childTnLst>
                              <p:par>
                                <p:cTn id="15" presetID="53" presetClass="entr" presetSubtype="16" fill="hold" grpId="0" nodeType="afterEffect">
                                  <p:stCondLst>
                                    <p:cond delay="0"/>
                                  </p:stCondLst>
                                  <p:childTnLst>
                                    <p:set>
                                      <p:cBhvr>
                                        <p:cTn id="16" dur="1" fill="hold">
                                          <p:stCondLst>
                                            <p:cond delay="0"/>
                                          </p:stCondLst>
                                        </p:cTn>
                                        <p:tgtEl>
                                          <p:spTgt spid="24"/>
                                        </p:tgtEl>
                                        <p:attrNameLst>
                                          <p:attrName>style.visibility</p:attrName>
                                        </p:attrNameLst>
                                      </p:cBhvr>
                                      <p:to>
                                        <p:strVal val="visible"/>
                                      </p:to>
                                    </p:set>
                                    <p:anim calcmode="lin" valueType="num">
                                      <p:cBhvr>
                                        <p:cTn id="17" dur="500" fill="hold"/>
                                        <p:tgtEl>
                                          <p:spTgt spid="24"/>
                                        </p:tgtEl>
                                        <p:attrNameLst>
                                          <p:attrName>ppt_w</p:attrName>
                                        </p:attrNameLst>
                                      </p:cBhvr>
                                      <p:tavLst>
                                        <p:tav tm="0">
                                          <p:val>
                                            <p:fltVal val="0"/>
                                          </p:val>
                                        </p:tav>
                                        <p:tav tm="100000">
                                          <p:val>
                                            <p:strVal val="#ppt_w"/>
                                          </p:val>
                                        </p:tav>
                                      </p:tavLst>
                                    </p:anim>
                                    <p:anim calcmode="lin" valueType="num">
                                      <p:cBhvr>
                                        <p:cTn id="18" dur="500" fill="hold"/>
                                        <p:tgtEl>
                                          <p:spTgt spid="24"/>
                                        </p:tgtEl>
                                        <p:attrNameLst>
                                          <p:attrName>ppt_h</p:attrName>
                                        </p:attrNameLst>
                                      </p:cBhvr>
                                      <p:tavLst>
                                        <p:tav tm="0">
                                          <p:val>
                                            <p:fltVal val="0"/>
                                          </p:val>
                                        </p:tav>
                                        <p:tav tm="100000">
                                          <p:val>
                                            <p:strVal val="#ppt_h"/>
                                          </p:val>
                                        </p:tav>
                                      </p:tavLst>
                                    </p:anim>
                                    <p:animEffect transition="in" filter="fade">
                                      <p:cBhvr>
                                        <p:cTn id="19" dur="5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p:bldP spid="24"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 name="文本框 19"/>
          <p:cNvSpPr txBox="1"/>
          <p:nvPr/>
        </p:nvSpPr>
        <p:spPr>
          <a:xfrm>
            <a:off x="606540" y="195486"/>
            <a:ext cx="1582484" cy="369332"/>
          </a:xfrm>
          <a:prstGeom prst="rect">
            <a:avLst/>
          </a:prstGeom>
          <a:noFill/>
        </p:spPr>
        <p:txBody>
          <a:bodyPr wrap="none" rtlCol="0">
            <a:spAutoFit/>
          </a:bodyPr>
          <a:lstStyle/>
          <a:p>
            <a:r>
              <a:rPr lang="zh-CN" altLang="en-US" b="1" dirty="0">
                <a:solidFill>
                  <a:srgbClr val="13436C"/>
                </a:solidFill>
                <a:latin typeface="微软雅黑" pitchFamily="34" charset="-122"/>
                <a:ea typeface="微软雅黑" pitchFamily="34" charset="-122"/>
              </a:rPr>
              <a:t>系统开发意义</a:t>
            </a:r>
          </a:p>
        </p:txBody>
      </p:sp>
      <p:sp>
        <p:nvSpPr>
          <p:cNvPr id="4" name="Rectangle 2">
            <a:extLst>
              <a:ext uri="{FF2B5EF4-FFF2-40B4-BE49-F238E27FC236}">
                <a16:creationId xmlns:a16="http://schemas.microsoft.com/office/drawing/2014/main" id="{9FC43C7B-C637-4BC2-BF61-DDC1AB7E56A5}"/>
              </a:ext>
            </a:extLst>
          </p:cNvPr>
          <p:cNvSpPr>
            <a:spLocks noChangeArrowheads="1"/>
          </p:cNvSpPr>
          <p:nvPr/>
        </p:nvSpPr>
        <p:spPr bwMode="auto">
          <a:xfrm>
            <a:off x="1259631" y="1275605"/>
            <a:ext cx="13351584" cy="50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zh-CN" altLang="en-US"/>
          </a:p>
        </p:txBody>
      </p:sp>
      <p:sp>
        <p:nvSpPr>
          <p:cNvPr id="2" name="文本框 1">
            <a:extLst>
              <a:ext uri="{FF2B5EF4-FFF2-40B4-BE49-F238E27FC236}">
                <a16:creationId xmlns:a16="http://schemas.microsoft.com/office/drawing/2014/main" id="{91186D3B-F91B-4011-A3D2-BF32286A953C}"/>
              </a:ext>
            </a:extLst>
          </p:cNvPr>
          <p:cNvSpPr txBox="1"/>
          <p:nvPr/>
        </p:nvSpPr>
        <p:spPr>
          <a:xfrm>
            <a:off x="753066" y="1709975"/>
            <a:ext cx="7637868" cy="1723549"/>
          </a:xfrm>
          <a:prstGeom prst="rect">
            <a:avLst/>
          </a:prstGeom>
          <a:noFill/>
        </p:spPr>
        <p:txBody>
          <a:bodyPr wrap="square" lIns="0" tIns="0" rIns="0" bIns="0" rtlCol="0">
            <a:spAutoFit/>
          </a:bodyPr>
          <a:lstStyle/>
          <a:p>
            <a:r>
              <a:rPr lang="zh-CN" altLang="en-US" sz="2800" b="1" dirty="0">
                <a:solidFill>
                  <a:schemeClr val="accent6"/>
                </a:solidFill>
                <a:latin typeface="微软雅黑" pitchFamily="34" charset="-122"/>
                <a:ea typeface="微软雅黑" pitchFamily="34" charset="-122"/>
              </a:rPr>
              <a:t>在线考试系统以</a:t>
            </a:r>
            <a:r>
              <a:rPr lang="en-US" altLang="zh-CN" sz="2800" b="1" dirty="0">
                <a:solidFill>
                  <a:schemeClr val="accent6"/>
                </a:solidFill>
                <a:latin typeface="微软雅黑" pitchFamily="34" charset="-122"/>
                <a:ea typeface="微软雅黑" pitchFamily="34" charset="-122"/>
              </a:rPr>
              <a:t>Internet</a:t>
            </a:r>
            <a:r>
              <a:rPr lang="zh-CN" altLang="en-US" sz="2800" b="1" dirty="0">
                <a:solidFill>
                  <a:schemeClr val="accent6"/>
                </a:solidFill>
                <a:latin typeface="微软雅黑" pitchFamily="34" charset="-122"/>
                <a:ea typeface="微软雅黑" pitchFamily="34" charset="-122"/>
              </a:rPr>
              <a:t>为平台，以强大的数据库技术为支撑，可以实现抽题、组卷、答题、阅卷、计分等功能，能有效支持学习者在线完成考试并查看成绩</a:t>
            </a:r>
          </a:p>
        </p:txBody>
      </p:sp>
    </p:spTree>
    <p:extLst>
      <p:ext uri="{BB962C8B-B14F-4D97-AF65-F5344CB8AC3E}">
        <p14:creationId xmlns:p14="http://schemas.microsoft.com/office/powerpoint/2010/main" val="207539218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randombar(horizontal)">
                                      <p:cBhvr>
                                        <p:cTn id="7" dur="500"/>
                                        <p:tgtEl>
                                          <p:spTgt spid="3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9">
            <a:extLst>
              <a:ext uri="{FF2B5EF4-FFF2-40B4-BE49-F238E27FC236}">
                <a16:creationId xmlns:a16="http://schemas.microsoft.com/office/drawing/2014/main" id="{9F01D4D2-A4BD-4A39-80F8-B0F7140B9AB8}"/>
              </a:ext>
            </a:extLst>
          </p:cNvPr>
          <p:cNvSpPr txBox="1"/>
          <p:nvPr/>
        </p:nvSpPr>
        <p:spPr>
          <a:xfrm>
            <a:off x="395536" y="267494"/>
            <a:ext cx="646331" cy="369332"/>
          </a:xfrm>
          <a:prstGeom prst="rect">
            <a:avLst/>
          </a:prstGeom>
          <a:noFill/>
        </p:spPr>
        <p:txBody>
          <a:bodyPr wrap="none" rtlCol="0">
            <a:spAutoFit/>
          </a:bodyPr>
          <a:lstStyle/>
          <a:p>
            <a:r>
              <a:rPr lang="zh-CN" altLang="en-US" b="1" dirty="0">
                <a:solidFill>
                  <a:srgbClr val="13436C"/>
                </a:solidFill>
                <a:latin typeface="微软雅黑" pitchFamily="34" charset="-122"/>
                <a:ea typeface="微软雅黑" pitchFamily="34" charset="-122"/>
              </a:rPr>
              <a:t>优势</a:t>
            </a:r>
          </a:p>
        </p:txBody>
      </p:sp>
      <p:sp>
        <p:nvSpPr>
          <p:cNvPr id="3" name="Rectangle 2">
            <a:extLst>
              <a:ext uri="{FF2B5EF4-FFF2-40B4-BE49-F238E27FC236}">
                <a16:creationId xmlns:a16="http://schemas.microsoft.com/office/drawing/2014/main" id="{1D1C4139-98FF-451F-A661-DDB8627EBAAE}"/>
              </a:ext>
            </a:extLst>
          </p:cNvPr>
          <p:cNvSpPr>
            <a:spLocks noChangeArrowheads="1"/>
          </p:cNvSpPr>
          <p:nvPr/>
        </p:nvSpPr>
        <p:spPr bwMode="auto">
          <a:xfrm>
            <a:off x="1043607" y="915566"/>
            <a:ext cx="12063833" cy="457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zh-CN" altLang="en-US"/>
          </a:p>
        </p:txBody>
      </p:sp>
      <p:sp>
        <p:nvSpPr>
          <p:cNvPr id="9" name="文本框 8">
            <a:extLst>
              <a:ext uri="{FF2B5EF4-FFF2-40B4-BE49-F238E27FC236}">
                <a16:creationId xmlns:a16="http://schemas.microsoft.com/office/drawing/2014/main" id="{29B18B9D-0AA9-4658-B619-83B833C6E0F0}"/>
              </a:ext>
            </a:extLst>
          </p:cNvPr>
          <p:cNvSpPr txBox="1"/>
          <p:nvPr/>
        </p:nvSpPr>
        <p:spPr>
          <a:xfrm>
            <a:off x="1511660" y="1211724"/>
            <a:ext cx="6120680" cy="3016210"/>
          </a:xfrm>
          <a:prstGeom prst="rect">
            <a:avLst/>
          </a:prstGeom>
          <a:noFill/>
        </p:spPr>
        <p:txBody>
          <a:bodyPr wrap="square" lIns="0" tIns="0" rIns="0" bIns="0" rtlCol="0">
            <a:spAutoFit/>
          </a:bodyPr>
          <a:lstStyle/>
          <a:p>
            <a:r>
              <a:rPr lang="en-US" altLang="zh-CN" sz="2800" b="1" dirty="0">
                <a:solidFill>
                  <a:schemeClr val="accent6"/>
                </a:solidFill>
                <a:latin typeface="微软雅黑" pitchFamily="34" charset="-122"/>
                <a:ea typeface="微软雅黑" pitchFamily="34" charset="-122"/>
              </a:rPr>
              <a:t>1.</a:t>
            </a:r>
            <a:r>
              <a:rPr lang="zh-CN" altLang="en-US" sz="2800" b="1" dirty="0">
                <a:solidFill>
                  <a:schemeClr val="accent6"/>
                </a:solidFill>
                <a:latin typeface="微软雅黑" pitchFamily="34" charset="-122"/>
                <a:ea typeface="微软雅黑" pitchFamily="34" charset="-122"/>
              </a:rPr>
              <a:t>通过建立电子题库，可实现试题的数字化管理</a:t>
            </a:r>
            <a:endParaRPr lang="en-US" altLang="zh-CN" sz="2800" b="1" dirty="0">
              <a:solidFill>
                <a:schemeClr val="accent6"/>
              </a:solidFill>
              <a:latin typeface="微软雅黑" pitchFamily="34" charset="-122"/>
              <a:ea typeface="微软雅黑" pitchFamily="34" charset="-122"/>
            </a:endParaRPr>
          </a:p>
          <a:p>
            <a:r>
              <a:rPr lang="en-US" altLang="zh-CN" sz="2800" b="1" dirty="0">
                <a:solidFill>
                  <a:schemeClr val="accent6"/>
                </a:solidFill>
                <a:latin typeface="微软雅黑" pitchFamily="34" charset="-122"/>
                <a:ea typeface="微软雅黑" pitchFamily="34" charset="-122"/>
              </a:rPr>
              <a:t>2.</a:t>
            </a:r>
            <a:r>
              <a:rPr lang="zh-CN" altLang="en-US" sz="2800" b="1" dirty="0">
                <a:solidFill>
                  <a:schemeClr val="accent6"/>
                </a:solidFill>
                <a:latin typeface="微软雅黑" pitchFamily="34" charset="-122"/>
                <a:ea typeface="微软雅黑" pitchFamily="34" charset="-122"/>
              </a:rPr>
              <a:t>可自动生成各种要求的试卷</a:t>
            </a:r>
            <a:endParaRPr lang="en-US" altLang="zh-CN" sz="2800" b="1" dirty="0">
              <a:solidFill>
                <a:schemeClr val="accent6"/>
              </a:solidFill>
              <a:latin typeface="微软雅黑" pitchFamily="34" charset="-122"/>
              <a:ea typeface="微软雅黑" pitchFamily="34" charset="-122"/>
            </a:endParaRPr>
          </a:p>
          <a:p>
            <a:r>
              <a:rPr lang="en-US" altLang="zh-CN" sz="2800" b="1" dirty="0">
                <a:solidFill>
                  <a:schemeClr val="accent6"/>
                </a:solidFill>
                <a:latin typeface="微软雅黑" pitchFamily="34" charset="-122"/>
                <a:ea typeface="微软雅黑" pitchFamily="34" charset="-122"/>
              </a:rPr>
              <a:t>3.</a:t>
            </a:r>
            <a:r>
              <a:rPr lang="zh-CN" altLang="en-US" sz="2800" b="1" dirty="0">
                <a:solidFill>
                  <a:schemeClr val="accent6"/>
                </a:solidFill>
                <a:latin typeface="微软雅黑" pitchFamily="34" charset="-122"/>
                <a:ea typeface="微软雅黑" pitchFamily="34" charset="-122"/>
              </a:rPr>
              <a:t>使考试和判卷更具规范性和合理性</a:t>
            </a:r>
            <a:endParaRPr lang="en-US" altLang="zh-CN" sz="2800" b="1" dirty="0">
              <a:solidFill>
                <a:schemeClr val="accent6"/>
              </a:solidFill>
              <a:latin typeface="微软雅黑" pitchFamily="34" charset="-122"/>
              <a:ea typeface="微软雅黑" pitchFamily="34" charset="-122"/>
            </a:endParaRPr>
          </a:p>
          <a:p>
            <a:r>
              <a:rPr lang="en-US" altLang="zh-CN" sz="2800" b="1" dirty="0">
                <a:solidFill>
                  <a:schemeClr val="accent6"/>
                </a:solidFill>
                <a:latin typeface="微软雅黑" pitchFamily="34" charset="-122"/>
                <a:ea typeface="微软雅黑" pitchFamily="34" charset="-122"/>
              </a:rPr>
              <a:t>4.</a:t>
            </a:r>
            <a:r>
              <a:rPr lang="zh-CN" altLang="en-US" sz="2800" b="1" dirty="0">
                <a:solidFill>
                  <a:schemeClr val="accent6"/>
                </a:solidFill>
                <a:latin typeface="微软雅黑" pitchFamily="34" charset="-122"/>
                <a:ea typeface="微软雅黑" pitchFamily="34" charset="-122"/>
              </a:rPr>
              <a:t>实现考试数据的有效保存和强大分析统计</a:t>
            </a:r>
            <a:endParaRPr lang="en-US" altLang="zh-CN" sz="2800" b="1" dirty="0">
              <a:solidFill>
                <a:schemeClr val="accent6"/>
              </a:solidFill>
              <a:latin typeface="微软雅黑" pitchFamily="34" charset="-122"/>
              <a:ea typeface="微软雅黑" pitchFamily="34" charset="-122"/>
            </a:endParaRPr>
          </a:p>
          <a:p>
            <a:r>
              <a:rPr lang="en-US" altLang="zh-CN" sz="2800" b="1" dirty="0">
                <a:solidFill>
                  <a:schemeClr val="accent6"/>
                </a:solidFill>
                <a:latin typeface="微软雅黑" pitchFamily="34" charset="-122"/>
                <a:ea typeface="微软雅黑" pitchFamily="34" charset="-122"/>
              </a:rPr>
              <a:t>5.</a:t>
            </a:r>
            <a:r>
              <a:rPr lang="zh-CN" altLang="en-US" sz="2800" b="1" dirty="0">
                <a:solidFill>
                  <a:schemeClr val="accent6"/>
                </a:solidFill>
                <a:latin typeface="微软雅黑" pitchFamily="34" charset="-122"/>
                <a:ea typeface="微软雅黑" pitchFamily="34" charset="-122"/>
              </a:rPr>
              <a:t>使得考试更加开放</a:t>
            </a:r>
          </a:p>
        </p:txBody>
      </p:sp>
    </p:spTree>
    <p:extLst>
      <p:ext uri="{BB962C8B-B14F-4D97-AF65-F5344CB8AC3E}">
        <p14:creationId xmlns:p14="http://schemas.microsoft.com/office/powerpoint/2010/main" val="275434675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randombar(horizontal)">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Rectangle 1"/>
          <p:cNvSpPr/>
          <p:nvPr/>
        </p:nvSpPr>
        <p:spPr>
          <a:xfrm rot="16200000">
            <a:off x="4154793" y="456514"/>
            <a:ext cx="1770522" cy="4104458"/>
          </a:xfrm>
          <a:prstGeom prst="rect">
            <a:avLst/>
          </a:prstGeom>
          <a:solidFill>
            <a:srgbClr val="13436C"/>
          </a:solidFill>
          <a:ln w="19050">
            <a:solidFill>
              <a:schemeClr val="accent1"/>
            </a:solidFill>
          </a:ln>
        </p:spPr>
        <p:style>
          <a:lnRef idx="1">
            <a:schemeClr val="accent1"/>
          </a:lnRef>
          <a:fillRef idx="0">
            <a:schemeClr val="accent1"/>
          </a:fillRef>
          <a:effectRef idx="0">
            <a:schemeClr val="accent1"/>
          </a:effectRef>
          <a:fontRef idx="minor">
            <a:schemeClr val="tx1"/>
          </a:fontRef>
        </p:style>
        <p:txBody>
          <a:bodyPr wrap="square" tIns="2160000" anchor="t" anchorCtr="1">
            <a:normAutofit/>
          </a:bodyPr>
          <a:lstStyle/>
          <a:p>
            <a:pPr algn="ctr">
              <a:lnSpc>
                <a:spcPct val="120000"/>
              </a:lnSpc>
            </a:pPr>
            <a:endParaRPr lang="zh-CN" altLang="en-US" sz="1100" dirty="0"/>
          </a:p>
        </p:txBody>
      </p:sp>
      <p:sp>
        <p:nvSpPr>
          <p:cNvPr id="13" name="TextBox 2"/>
          <p:cNvSpPr txBox="1"/>
          <p:nvPr/>
        </p:nvSpPr>
        <p:spPr>
          <a:xfrm>
            <a:off x="899592" y="1814586"/>
            <a:ext cx="2160240" cy="2016223"/>
          </a:xfrm>
          <a:prstGeom prst="rect">
            <a:avLst/>
          </a:prstGeom>
          <a:noFill/>
        </p:spPr>
        <p:txBody>
          <a:bodyPr wrap="square" lIns="0" tIns="0" rIns="0" bIns="0">
            <a:normAutofit fontScale="85000" lnSpcReduction="20000"/>
          </a:bodyPr>
          <a:lstStyle/>
          <a:p>
            <a:r>
              <a:rPr lang="en-US" altLang="zh-CN" sz="19200" dirty="0">
                <a:solidFill>
                  <a:srgbClr val="13436C"/>
                </a:solidFill>
                <a:latin typeface="Bernard MT Condensed" panose="02050806060905020404" pitchFamily="18" charset="0"/>
              </a:rPr>
              <a:t>03</a:t>
            </a:r>
            <a:endParaRPr lang="zh-CN" altLang="en-US" sz="19200" dirty="0">
              <a:solidFill>
                <a:srgbClr val="13436C"/>
              </a:solidFill>
              <a:latin typeface="Bernard MT Condensed" panose="02050806060905020404" pitchFamily="18" charset="0"/>
            </a:endParaRPr>
          </a:p>
        </p:txBody>
      </p:sp>
      <p:sp>
        <p:nvSpPr>
          <p:cNvPr id="23" name="TextBox 40"/>
          <p:cNvSpPr txBox="1"/>
          <p:nvPr/>
        </p:nvSpPr>
        <p:spPr>
          <a:xfrm>
            <a:off x="4067944" y="2154470"/>
            <a:ext cx="1944216" cy="708544"/>
          </a:xfrm>
          <a:prstGeom prst="rect">
            <a:avLst/>
          </a:prstGeom>
          <a:noFill/>
        </p:spPr>
        <p:txBody>
          <a:bodyPr wrap="none" lIns="0" tIns="0" rIns="0" bIns="0" anchor="ctr" anchorCtr="0">
            <a:normAutofit/>
          </a:bodyPr>
          <a:lstStyle/>
          <a:p>
            <a:r>
              <a:rPr lang="zh-CN" altLang="en-US" sz="2800" b="1" dirty="0">
                <a:solidFill>
                  <a:schemeClr val="bg1"/>
                </a:solidFill>
              </a:rPr>
              <a:t>可行性分析</a:t>
            </a:r>
            <a:endParaRPr lang="en-US" altLang="zh-CN" sz="2800" b="1" dirty="0">
              <a:solidFill>
                <a:schemeClr val="bg1"/>
              </a:solidFill>
            </a:endParaRPr>
          </a:p>
        </p:txBody>
      </p:sp>
    </p:spTree>
    <p:extLst>
      <p:ext uri="{BB962C8B-B14F-4D97-AF65-F5344CB8AC3E}">
        <p14:creationId xmlns:p14="http://schemas.microsoft.com/office/powerpoint/2010/main" val="190886926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afterEffect">
                                  <p:stCondLst>
                                    <p:cond delay="0"/>
                                  </p:stCondLst>
                                  <p:childTnLst>
                                    <p:set>
                                      <p:cBhvr>
                                        <p:cTn id="6" dur="1" fill="hold">
                                          <p:stCondLst>
                                            <p:cond delay="0"/>
                                          </p:stCondLst>
                                        </p:cTn>
                                        <p:tgtEl>
                                          <p:spTgt spid="13"/>
                                        </p:tgtEl>
                                        <p:attrNameLst>
                                          <p:attrName>style.visibility</p:attrName>
                                        </p:attrNameLst>
                                      </p:cBhvr>
                                      <p:to>
                                        <p:strVal val="visible"/>
                                      </p:to>
                                    </p:set>
                                    <p:anim calcmode="lin" valueType="num">
                                      <p:cBhvr>
                                        <p:cTn id="7" dur="500" fill="hold"/>
                                        <p:tgtEl>
                                          <p:spTgt spid="13"/>
                                        </p:tgtEl>
                                        <p:attrNameLst>
                                          <p:attrName>ppt_w</p:attrName>
                                        </p:attrNameLst>
                                      </p:cBhvr>
                                      <p:tavLst>
                                        <p:tav tm="0">
                                          <p:val>
                                            <p:fltVal val="0"/>
                                          </p:val>
                                        </p:tav>
                                        <p:tav tm="100000">
                                          <p:val>
                                            <p:strVal val="#ppt_w"/>
                                          </p:val>
                                        </p:tav>
                                      </p:tavLst>
                                    </p:anim>
                                    <p:anim calcmode="lin" valueType="num">
                                      <p:cBhvr>
                                        <p:cTn id="8" dur="500" fill="hold"/>
                                        <p:tgtEl>
                                          <p:spTgt spid="13"/>
                                        </p:tgtEl>
                                        <p:attrNameLst>
                                          <p:attrName>ppt_h</p:attrName>
                                        </p:attrNameLst>
                                      </p:cBhvr>
                                      <p:tavLst>
                                        <p:tav tm="0">
                                          <p:val>
                                            <p:fltVal val="0"/>
                                          </p:val>
                                        </p:tav>
                                        <p:tav tm="100000">
                                          <p:val>
                                            <p:strVal val="#ppt_h"/>
                                          </p:val>
                                        </p:tav>
                                      </p:tavLst>
                                    </p:anim>
                                    <p:animEffect transition="in" filter="fade">
                                      <p:cBhvr>
                                        <p:cTn id="9" dur="500"/>
                                        <p:tgtEl>
                                          <p:spTgt spid="13"/>
                                        </p:tgtEl>
                                      </p:cBhvr>
                                    </p:animEffect>
                                  </p:childTnLst>
                                </p:cTn>
                              </p:par>
                            </p:childTnLst>
                          </p:cTn>
                        </p:par>
                        <p:par>
                          <p:cTn id="10" fill="hold">
                            <p:stCondLst>
                              <p:cond delay="500"/>
                            </p:stCondLst>
                            <p:childTnLst>
                              <p:par>
                                <p:cTn id="11" presetID="22" presetClass="entr" presetSubtype="2" fill="hold" grpId="0" nodeType="afterEffect">
                                  <p:stCondLst>
                                    <p:cond delay="0"/>
                                  </p:stCondLst>
                                  <p:childTnLst>
                                    <p:set>
                                      <p:cBhvr>
                                        <p:cTn id="12" dur="1" fill="hold">
                                          <p:stCondLst>
                                            <p:cond delay="0"/>
                                          </p:stCondLst>
                                        </p:cTn>
                                        <p:tgtEl>
                                          <p:spTgt spid="12"/>
                                        </p:tgtEl>
                                        <p:attrNameLst>
                                          <p:attrName>style.visibility</p:attrName>
                                        </p:attrNameLst>
                                      </p:cBhvr>
                                      <p:to>
                                        <p:strVal val="visible"/>
                                      </p:to>
                                    </p:set>
                                    <p:animEffect transition="in" filter="wipe(right)">
                                      <p:cBhvr>
                                        <p:cTn id="13" dur="500"/>
                                        <p:tgtEl>
                                          <p:spTgt spid="12"/>
                                        </p:tgtEl>
                                      </p:cBhvr>
                                    </p:animEffect>
                                  </p:childTnLst>
                                </p:cTn>
                              </p:par>
                            </p:childTnLst>
                          </p:cTn>
                        </p:par>
                        <p:par>
                          <p:cTn id="14" fill="hold">
                            <p:stCondLst>
                              <p:cond delay="1000"/>
                            </p:stCondLst>
                            <p:childTnLst>
                              <p:par>
                                <p:cTn id="15" presetID="53" presetClass="entr" presetSubtype="16" fill="hold" grpId="0" nodeType="afterEffect">
                                  <p:stCondLst>
                                    <p:cond delay="0"/>
                                  </p:stCondLst>
                                  <p:childTnLst>
                                    <p:set>
                                      <p:cBhvr>
                                        <p:cTn id="16" dur="1" fill="hold">
                                          <p:stCondLst>
                                            <p:cond delay="0"/>
                                          </p:stCondLst>
                                        </p:cTn>
                                        <p:tgtEl>
                                          <p:spTgt spid="23"/>
                                        </p:tgtEl>
                                        <p:attrNameLst>
                                          <p:attrName>style.visibility</p:attrName>
                                        </p:attrNameLst>
                                      </p:cBhvr>
                                      <p:to>
                                        <p:strVal val="visible"/>
                                      </p:to>
                                    </p:set>
                                    <p:anim calcmode="lin" valueType="num">
                                      <p:cBhvr>
                                        <p:cTn id="17" dur="500" fill="hold"/>
                                        <p:tgtEl>
                                          <p:spTgt spid="23"/>
                                        </p:tgtEl>
                                        <p:attrNameLst>
                                          <p:attrName>ppt_w</p:attrName>
                                        </p:attrNameLst>
                                      </p:cBhvr>
                                      <p:tavLst>
                                        <p:tav tm="0">
                                          <p:val>
                                            <p:fltVal val="0"/>
                                          </p:val>
                                        </p:tav>
                                        <p:tav tm="100000">
                                          <p:val>
                                            <p:strVal val="#ppt_w"/>
                                          </p:val>
                                        </p:tav>
                                      </p:tavLst>
                                    </p:anim>
                                    <p:anim calcmode="lin" valueType="num">
                                      <p:cBhvr>
                                        <p:cTn id="18" dur="500" fill="hold"/>
                                        <p:tgtEl>
                                          <p:spTgt spid="23"/>
                                        </p:tgtEl>
                                        <p:attrNameLst>
                                          <p:attrName>ppt_h</p:attrName>
                                        </p:attrNameLst>
                                      </p:cBhvr>
                                      <p:tavLst>
                                        <p:tav tm="0">
                                          <p:val>
                                            <p:fltVal val="0"/>
                                          </p:val>
                                        </p:tav>
                                        <p:tav tm="100000">
                                          <p:val>
                                            <p:strVal val="#ppt_h"/>
                                          </p:val>
                                        </p:tav>
                                      </p:tavLst>
                                    </p:anim>
                                    <p:animEffect transition="in" filter="fade">
                                      <p:cBhvr>
                                        <p:cTn id="19" dur="5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3" grpId="0"/>
      <p:bldP spid="23"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a:extLst>
              <a:ext uri="{FF2B5EF4-FFF2-40B4-BE49-F238E27FC236}">
                <a16:creationId xmlns:a16="http://schemas.microsoft.com/office/drawing/2014/main" id="{E280961E-0694-404C-8E3C-BAE928C51D27}"/>
              </a:ext>
            </a:extLst>
          </p:cNvPr>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zh-CN" altLang="en-US"/>
          </a:p>
        </p:txBody>
      </p:sp>
      <p:sp>
        <p:nvSpPr>
          <p:cNvPr id="56" name="文本框 19">
            <a:extLst>
              <a:ext uri="{FF2B5EF4-FFF2-40B4-BE49-F238E27FC236}">
                <a16:creationId xmlns:a16="http://schemas.microsoft.com/office/drawing/2014/main" id="{8EF0BAA9-69B5-4D22-9A4A-1456F5DFDEA8}"/>
              </a:ext>
            </a:extLst>
          </p:cNvPr>
          <p:cNvSpPr txBox="1"/>
          <p:nvPr/>
        </p:nvSpPr>
        <p:spPr>
          <a:xfrm>
            <a:off x="563503" y="195486"/>
            <a:ext cx="1338828" cy="369332"/>
          </a:xfrm>
          <a:prstGeom prst="rect">
            <a:avLst/>
          </a:prstGeom>
          <a:noFill/>
        </p:spPr>
        <p:txBody>
          <a:bodyPr wrap="none" rtlCol="0">
            <a:spAutoFit/>
          </a:bodyPr>
          <a:lstStyle/>
          <a:p>
            <a:r>
              <a:rPr lang="zh-CN" altLang="en-US" b="1" dirty="0">
                <a:solidFill>
                  <a:srgbClr val="13436C"/>
                </a:solidFill>
                <a:latin typeface="微软雅黑" pitchFamily="34" charset="-122"/>
                <a:ea typeface="微软雅黑" pitchFamily="34" charset="-122"/>
              </a:rPr>
              <a:t>技术可行性</a:t>
            </a:r>
          </a:p>
        </p:txBody>
      </p:sp>
      <p:sp>
        <p:nvSpPr>
          <p:cNvPr id="4" name="文本框 3">
            <a:extLst>
              <a:ext uri="{FF2B5EF4-FFF2-40B4-BE49-F238E27FC236}">
                <a16:creationId xmlns:a16="http://schemas.microsoft.com/office/drawing/2014/main" id="{DD88F898-BC65-46FF-AAE0-1C47A2B35CDD}"/>
              </a:ext>
            </a:extLst>
          </p:cNvPr>
          <p:cNvSpPr txBox="1"/>
          <p:nvPr/>
        </p:nvSpPr>
        <p:spPr>
          <a:xfrm>
            <a:off x="1403648" y="760303"/>
            <a:ext cx="5544616" cy="1477328"/>
          </a:xfrm>
          <a:prstGeom prst="rect">
            <a:avLst/>
          </a:prstGeom>
          <a:noFill/>
        </p:spPr>
        <p:txBody>
          <a:bodyPr wrap="square" lIns="0" tIns="0" rIns="0" bIns="0" rtlCol="0">
            <a:spAutoFit/>
          </a:bodyPr>
          <a:lstStyle/>
          <a:p>
            <a:r>
              <a:rPr lang="zh-CN" altLang="en-US" sz="2400" b="1" dirty="0">
                <a:solidFill>
                  <a:schemeClr val="accent6"/>
                </a:solidFill>
                <a:latin typeface="微软雅黑" pitchFamily="34" charset="-122"/>
                <a:ea typeface="微软雅黑" pitchFamily="34" charset="-122"/>
              </a:rPr>
              <a:t>本系统是一个基于局域网操作的系统，现有技术已较为成熟，利用现有技术完全可以实现系统的开发目标。同时，开发期限较为宽裕，预计可以在规定期限内完成。</a:t>
            </a:r>
          </a:p>
        </p:txBody>
      </p:sp>
      <p:sp>
        <p:nvSpPr>
          <p:cNvPr id="7" name="文本框 19">
            <a:extLst>
              <a:ext uri="{FF2B5EF4-FFF2-40B4-BE49-F238E27FC236}">
                <a16:creationId xmlns:a16="http://schemas.microsoft.com/office/drawing/2014/main" id="{D1C89E54-CEB2-475E-86B7-4C04DB4C6D64}"/>
              </a:ext>
            </a:extLst>
          </p:cNvPr>
          <p:cNvSpPr txBox="1"/>
          <p:nvPr/>
        </p:nvSpPr>
        <p:spPr>
          <a:xfrm>
            <a:off x="524281" y="2498566"/>
            <a:ext cx="1349565" cy="369332"/>
          </a:xfrm>
          <a:prstGeom prst="rect">
            <a:avLst/>
          </a:prstGeom>
          <a:noFill/>
        </p:spPr>
        <p:txBody>
          <a:bodyPr wrap="square" rtlCol="0">
            <a:spAutoFit/>
          </a:bodyPr>
          <a:lstStyle/>
          <a:p>
            <a:r>
              <a:rPr lang="zh-CN" altLang="en-US" b="1" dirty="0">
                <a:solidFill>
                  <a:srgbClr val="13436C"/>
                </a:solidFill>
                <a:latin typeface="微软雅黑" pitchFamily="34" charset="-122"/>
                <a:ea typeface="微软雅黑" pitchFamily="34" charset="-122"/>
              </a:rPr>
              <a:t>时间可行性</a:t>
            </a:r>
          </a:p>
        </p:txBody>
      </p:sp>
      <p:sp>
        <p:nvSpPr>
          <p:cNvPr id="5" name="文本框 4">
            <a:extLst>
              <a:ext uri="{FF2B5EF4-FFF2-40B4-BE49-F238E27FC236}">
                <a16:creationId xmlns:a16="http://schemas.microsoft.com/office/drawing/2014/main" id="{F5762FC8-E578-4CDF-8DD6-5B2876DC3056}"/>
              </a:ext>
            </a:extLst>
          </p:cNvPr>
          <p:cNvSpPr txBox="1"/>
          <p:nvPr/>
        </p:nvSpPr>
        <p:spPr>
          <a:xfrm>
            <a:off x="1403648" y="3148706"/>
            <a:ext cx="5544616" cy="738664"/>
          </a:xfrm>
          <a:prstGeom prst="rect">
            <a:avLst/>
          </a:prstGeom>
          <a:noFill/>
        </p:spPr>
        <p:txBody>
          <a:bodyPr wrap="square" lIns="0" tIns="0" rIns="0" bIns="0" rtlCol="0">
            <a:spAutoFit/>
          </a:bodyPr>
          <a:lstStyle/>
          <a:p>
            <a:r>
              <a:rPr lang="zh-CN" altLang="en-US" sz="2400" b="1" dirty="0">
                <a:solidFill>
                  <a:schemeClr val="accent6"/>
                </a:solidFill>
                <a:latin typeface="微软雅黑" pitchFamily="34" charset="-122"/>
                <a:ea typeface="微软雅黑" pitchFamily="34" charset="-122"/>
              </a:rPr>
              <a:t>在大四一年期间，有足够的时间用于完成系统的设计与实现。</a:t>
            </a:r>
          </a:p>
        </p:txBody>
      </p:sp>
    </p:spTree>
    <p:extLst>
      <p:ext uri="{BB962C8B-B14F-4D97-AF65-F5344CB8AC3E}">
        <p14:creationId xmlns:p14="http://schemas.microsoft.com/office/powerpoint/2010/main" val="213296817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56"/>
                                        </p:tgtEl>
                                        <p:attrNameLst>
                                          <p:attrName>style.visibility</p:attrName>
                                        </p:attrNameLst>
                                      </p:cBhvr>
                                      <p:to>
                                        <p:strVal val="visible"/>
                                      </p:to>
                                    </p:set>
                                    <p:animEffect transition="in" filter="randombar(horizontal)">
                                      <p:cBhvr>
                                        <p:cTn id="7" dur="500"/>
                                        <p:tgtEl>
                                          <p:spTgt spid="56"/>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grpId="0"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randombar(horizontal)">
                                      <p:cBhvr>
                                        <p:cTn id="12"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6" grpId="0"/>
      <p:bldP spid="7"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Rectangle 1"/>
          <p:cNvSpPr/>
          <p:nvPr/>
        </p:nvSpPr>
        <p:spPr>
          <a:xfrm rot="16200000">
            <a:off x="4010776" y="600531"/>
            <a:ext cx="1770522" cy="3816423"/>
          </a:xfrm>
          <a:prstGeom prst="rect">
            <a:avLst/>
          </a:prstGeom>
          <a:solidFill>
            <a:srgbClr val="13436C"/>
          </a:solidFill>
          <a:ln w="19050">
            <a:solidFill>
              <a:schemeClr val="accent1"/>
            </a:solidFill>
          </a:ln>
        </p:spPr>
        <p:style>
          <a:lnRef idx="1">
            <a:schemeClr val="accent1"/>
          </a:lnRef>
          <a:fillRef idx="0">
            <a:schemeClr val="accent1"/>
          </a:fillRef>
          <a:effectRef idx="0">
            <a:schemeClr val="accent1"/>
          </a:effectRef>
          <a:fontRef idx="minor">
            <a:schemeClr val="tx1"/>
          </a:fontRef>
        </p:style>
        <p:txBody>
          <a:bodyPr wrap="square" tIns="2160000" anchor="t" anchorCtr="1">
            <a:normAutofit/>
          </a:bodyPr>
          <a:lstStyle/>
          <a:p>
            <a:pPr algn="ctr">
              <a:lnSpc>
                <a:spcPct val="120000"/>
              </a:lnSpc>
            </a:pPr>
            <a:endParaRPr lang="zh-CN" altLang="en-US" sz="1100" dirty="0"/>
          </a:p>
        </p:txBody>
      </p:sp>
      <p:sp>
        <p:nvSpPr>
          <p:cNvPr id="13" name="TextBox 2"/>
          <p:cNvSpPr txBox="1"/>
          <p:nvPr/>
        </p:nvSpPr>
        <p:spPr>
          <a:xfrm>
            <a:off x="899592" y="1814586"/>
            <a:ext cx="2160240" cy="2016223"/>
          </a:xfrm>
          <a:prstGeom prst="rect">
            <a:avLst/>
          </a:prstGeom>
          <a:noFill/>
        </p:spPr>
        <p:txBody>
          <a:bodyPr wrap="square" lIns="0" tIns="0" rIns="0" bIns="0">
            <a:normAutofit fontScale="85000" lnSpcReduction="20000"/>
          </a:bodyPr>
          <a:lstStyle/>
          <a:p>
            <a:r>
              <a:rPr lang="en-US" altLang="zh-CN" sz="19200" dirty="0">
                <a:solidFill>
                  <a:srgbClr val="13436C"/>
                </a:solidFill>
                <a:latin typeface="Bernard MT Condensed" panose="02050806060905020404" pitchFamily="18" charset="0"/>
              </a:rPr>
              <a:t>04</a:t>
            </a:r>
            <a:endParaRPr lang="zh-CN" altLang="en-US" sz="19200" dirty="0">
              <a:solidFill>
                <a:srgbClr val="13436C"/>
              </a:solidFill>
              <a:latin typeface="Bernard MT Condensed" panose="02050806060905020404" pitchFamily="18" charset="0"/>
            </a:endParaRPr>
          </a:p>
        </p:txBody>
      </p:sp>
      <p:sp>
        <p:nvSpPr>
          <p:cNvPr id="23" name="TextBox 40"/>
          <p:cNvSpPr txBox="1"/>
          <p:nvPr/>
        </p:nvSpPr>
        <p:spPr>
          <a:xfrm>
            <a:off x="3959932" y="2092983"/>
            <a:ext cx="1944216" cy="708544"/>
          </a:xfrm>
          <a:prstGeom prst="rect">
            <a:avLst/>
          </a:prstGeom>
          <a:noFill/>
        </p:spPr>
        <p:txBody>
          <a:bodyPr wrap="none" lIns="0" tIns="0" rIns="0" bIns="0" anchor="ctr" anchorCtr="0">
            <a:normAutofit/>
          </a:bodyPr>
          <a:lstStyle/>
          <a:p>
            <a:r>
              <a:rPr lang="zh-CN" altLang="en-US" sz="2800" b="1" dirty="0">
                <a:solidFill>
                  <a:schemeClr val="bg1"/>
                </a:solidFill>
              </a:rPr>
              <a:t>主要内容</a:t>
            </a:r>
          </a:p>
        </p:txBody>
      </p:sp>
    </p:spTree>
    <p:extLst>
      <p:ext uri="{BB962C8B-B14F-4D97-AF65-F5344CB8AC3E}">
        <p14:creationId xmlns:p14="http://schemas.microsoft.com/office/powerpoint/2010/main" val="138016544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afterEffect">
                                  <p:stCondLst>
                                    <p:cond delay="0"/>
                                  </p:stCondLst>
                                  <p:childTnLst>
                                    <p:set>
                                      <p:cBhvr>
                                        <p:cTn id="6" dur="1" fill="hold">
                                          <p:stCondLst>
                                            <p:cond delay="0"/>
                                          </p:stCondLst>
                                        </p:cTn>
                                        <p:tgtEl>
                                          <p:spTgt spid="13"/>
                                        </p:tgtEl>
                                        <p:attrNameLst>
                                          <p:attrName>style.visibility</p:attrName>
                                        </p:attrNameLst>
                                      </p:cBhvr>
                                      <p:to>
                                        <p:strVal val="visible"/>
                                      </p:to>
                                    </p:set>
                                    <p:anim calcmode="lin" valueType="num">
                                      <p:cBhvr>
                                        <p:cTn id="7" dur="500" fill="hold"/>
                                        <p:tgtEl>
                                          <p:spTgt spid="13"/>
                                        </p:tgtEl>
                                        <p:attrNameLst>
                                          <p:attrName>ppt_w</p:attrName>
                                        </p:attrNameLst>
                                      </p:cBhvr>
                                      <p:tavLst>
                                        <p:tav tm="0">
                                          <p:val>
                                            <p:fltVal val="0"/>
                                          </p:val>
                                        </p:tav>
                                        <p:tav tm="100000">
                                          <p:val>
                                            <p:strVal val="#ppt_w"/>
                                          </p:val>
                                        </p:tav>
                                      </p:tavLst>
                                    </p:anim>
                                    <p:anim calcmode="lin" valueType="num">
                                      <p:cBhvr>
                                        <p:cTn id="8" dur="500" fill="hold"/>
                                        <p:tgtEl>
                                          <p:spTgt spid="13"/>
                                        </p:tgtEl>
                                        <p:attrNameLst>
                                          <p:attrName>ppt_h</p:attrName>
                                        </p:attrNameLst>
                                      </p:cBhvr>
                                      <p:tavLst>
                                        <p:tav tm="0">
                                          <p:val>
                                            <p:fltVal val="0"/>
                                          </p:val>
                                        </p:tav>
                                        <p:tav tm="100000">
                                          <p:val>
                                            <p:strVal val="#ppt_h"/>
                                          </p:val>
                                        </p:tav>
                                      </p:tavLst>
                                    </p:anim>
                                    <p:animEffect transition="in" filter="fade">
                                      <p:cBhvr>
                                        <p:cTn id="9" dur="500"/>
                                        <p:tgtEl>
                                          <p:spTgt spid="13"/>
                                        </p:tgtEl>
                                      </p:cBhvr>
                                    </p:animEffect>
                                  </p:childTnLst>
                                </p:cTn>
                              </p:par>
                            </p:childTnLst>
                          </p:cTn>
                        </p:par>
                        <p:par>
                          <p:cTn id="10" fill="hold">
                            <p:stCondLst>
                              <p:cond delay="500"/>
                            </p:stCondLst>
                            <p:childTnLst>
                              <p:par>
                                <p:cTn id="11" presetID="22" presetClass="entr" presetSubtype="2" fill="hold" grpId="0" nodeType="afterEffect">
                                  <p:stCondLst>
                                    <p:cond delay="0"/>
                                  </p:stCondLst>
                                  <p:childTnLst>
                                    <p:set>
                                      <p:cBhvr>
                                        <p:cTn id="12" dur="1" fill="hold">
                                          <p:stCondLst>
                                            <p:cond delay="0"/>
                                          </p:stCondLst>
                                        </p:cTn>
                                        <p:tgtEl>
                                          <p:spTgt spid="12"/>
                                        </p:tgtEl>
                                        <p:attrNameLst>
                                          <p:attrName>style.visibility</p:attrName>
                                        </p:attrNameLst>
                                      </p:cBhvr>
                                      <p:to>
                                        <p:strVal val="visible"/>
                                      </p:to>
                                    </p:set>
                                    <p:animEffect transition="in" filter="wipe(right)">
                                      <p:cBhvr>
                                        <p:cTn id="13" dur="500"/>
                                        <p:tgtEl>
                                          <p:spTgt spid="12"/>
                                        </p:tgtEl>
                                      </p:cBhvr>
                                    </p:animEffect>
                                  </p:childTnLst>
                                </p:cTn>
                              </p:par>
                            </p:childTnLst>
                          </p:cTn>
                        </p:par>
                        <p:par>
                          <p:cTn id="14" fill="hold">
                            <p:stCondLst>
                              <p:cond delay="1000"/>
                            </p:stCondLst>
                            <p:childTnLst>
                              <p:par>
                                <p:cTn id="15" presetID="53" presetClass="entr" presetSubtype="16" fill="hold" grpId="0" nodeType="afterEffect">
                                  <p:stCondLst>
                                    <p:cond delay="0"/>
                                  </p:stCondLst>
                                  <p:childTnLst>
                                    <p:set>
                                      <p:cBhvr>
                                        <p:cTn id="16" dur="1" fill="hold">
                                          <p:stCondLst>
                                            <p:cond delay="0"/>
                                          </p:stCondLst>
                                        </p:cTn>
                                        <p:tgtEl>
                                          <p:spTgt spid="23"/>
                                        </p:tgtEl>
                                        <p:attrNameLst>
                                          <p:attrName>style.visibility</p:attrName>
                                        </p:attrNameLst>
                                      </p:cBhvr>
                                      <p:to>
                                        <p:strVal val="visible"/>
                                      </p:to>
                                    </p:set>
                                    <p:anim calcmode="lin" valueType="num">
                                      <p:cBhvr>
                                        <p:cTn id="17" dur="500" fill="hold"/>
                                        <p:tgtEl>
                                          <p:spTgt spid="23"/>
                                        </p:tgtEl>
                                        <p:attrNameLst>
                                          <p:attrName>ppt_w</p:attrName>
                                        </p:attrNameLst>
                                      </p:cBhvr>
                                      <p:tavLst>
                                        <p:tav tm="0">
                                          <p:val>
                                            <p:fltVal val="0"/>
                                          </p:val>
                                        </p:tav>
                                        <p:tav tm="100000">
                                          <p:val>
                                            <p:strVal val="#ppt_w"/>
                                          </p:val>
                                        </p:tav>
                                      </p:tavLst>
                                    </p:anim>
                                    <p:anim calcmode="lin" valueType="num">
                                      <p:cBhvr>
                                        <p:cTn id="18" dur="500" fill="hold"/>
                                        <p:tgtEl>
                                          <p:spTgt spid="23"/>
                                        </p:tgtEl>
                                        <p:attrNameLst>
                                          <p:attrName>ppt_h</p:attrName>
                                        </p:attrNameLst>
                                      </p:cBhvr>
                                      <p:tavLst>
                                        <p:tav tm="0">
                                          <p:val>
                                            <p:fltVal val="0"/>
                                          </p:val>
                                        </p:tav>
                                        <p:tav tm="100000">
                                          <p:val>
                                            <p:strVal val="#ppt_h"/>
                                          </p:val>
                                        </p:tav>
                                      </p:tavLst>
                                    </p:anim>
                                    <p:animEffect transition="in" filter="fade">
                                      <p:cBhvr>
                                        <p:cTn id="19" dur="5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3" grpId="0"/>
      <p:bldP spid="23"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 name="文本框 19"/>
          <p:cNvSpPr txBox="1"/>
          <p:nvPr/>
        </p:nvSpPr>
        <p:spPr>
          <a:xfrm>
            <a:off x="592933" y="195486"/>
            <a:ext cx="2281394" cy="369332"/>
          </a:xfrm>
          <a:prstGeom prst="rect">
            <a:avLst/>
          </a:prstGeom>
          <a:noFill/>
        </p:spPr>
        <p:txBody>
          <a:bodyPr wrap="none" rtlCol="0">
            <a:spAutoFit/>
          </a:bodyPr>
          <a:lstStyle/>
          <a:p>
            <a:r>
              <a:rPr lang="zh-CN" altLang="en-US" b="1" dirty="0">
                <a:solidFill>
                  <a:srgbClr val="13436C"/>
                </a:solidFill>
                <a:latin typeface="微软雅黑" pitchFamily="34" charset="-122"/>
                <a:ea typeface="微软雅黑" pitchFamily="34" charset="-122"/>
              </a:rPr>
              <a:t>主要内容</a:t>
            </a:r>
            <a:r>
              <a:rPr lang="en-US" altLang="zh-CN" b="1" dirty="0">
                <a:solidFill>
                  <a:srgbClr val="13436C"/>
                </a:solidFill>
                <a:latin typeface="微软雅黑" pitchFamily="34" charset="-122"/>
                <a:ea typeface="微软雅黑" pitchFamily="34" charset="-122"/>
              </a:rPr>
              <a:t>—</a:t>
            </a:r>
            <a:r>
              <a:rPr lang="zh-CN" altLang="en-US" b="1" dirty="0">
                <a:solidFill>
                  <a:srgbClr val="13436C"/>
                </a:solidFill>
                <a:latin typeface="微软雅黑" pitchFamily="34" charset="-122"/>
                <a:ea typeface="微软雅黑" pitchFamily="34" charset="-122"/>
              </a:rPr>
              <a:t>系统功能</a:t>
            </a:r>
          </a:p>
        </p:txBody>
      </p:sp>
      <p:graphicFrame>
        <p:nvGraphicFramePr>
          <p:cNvPr id="2" name="表格 1">
            <a:extLst>
              <a:ext uri="{FF2B5EF4-FFF2-40B4-BE49-F238E27FC236}">
                <a16:creationId xmlns:a16="http://schemas.microsoft.com/office/drawing/2014/main" id="{6034C025-7DCE-481D-846C-8064CC31D0B6}"/>
              </a:ext>
            </a:extLst>
          </p:cNvPr>
          <p:cNvGraphicFramePr>
            <a:graphicFrameLocks noGrp="1"/>
          </p:cNvGraphicFramePr>
          <p:nvPr>
            <p:extLst>
              <p:ext uri="{D42A27DB-BD31-4B8C-83A1-F6EECF244321}">
                <p14:modId xmlns:p14="http://schemas.microsoft.com/office/powerpoint/2010/main" val="1939913099"/>
              </p:ext>
            </p:extLst>
          </p:nvPr>
        </p:nvGraphicFramePr>
        <p:xfrm>
          <a:off x="1115616" y="1406298"/>
          <a:ext cx="6696744" cy="2589612"/>
        </p:xfrm>
        <a:graphic>
          <a:graphicData uri="http://schemas.openxmlformats.org/drawingml/2006/table">
            <a:tbl>
              <a:tblPr firstRow="1" firstCol="1" bandRow="1">
                <a:tableStyleId>{5C22544A-7EE6-4342-B048-85BDC9FD1C3A}</a:tableStyleId>
              </a:tblPr>
              <a:tblGrid>
                <a:gridCol w="3002579">
                  <a:extLst>
                    <a:ext uri="{9D8B030D-6E8A-4147-A177-3AD203B41FA5}">
                      <a16:colId xmlns:a16="http://schemas.microsoft.com/office/drawing/2014/main" val="3137394681"/>
                    </a:ext>
                  </a:extLst>
                </a:gridCol>
                <a:gridCol w="3694165">
                  <a:extLst>
                    <a:ext uri="{9D8B030D-6E8A-4147-A177-3AD203B41FA5}">
                      <a16:colId xmlns:a16="http://schemas.microsoft.com/office/drawing/2014/main" val="1324542290"/>
                    </a:ext>
                  </a:extLst>
                </a:gridCol>
              </a:tblGrid>
              <a:tr h="517380">
                <a:tc>
                  <a:txBody>
                    <a:bodyPr/>
                    <a:lstStyle/>
                    <a:p>
                      <a:pPr algn="ctr"/>
                      <a:r>
                        <a:rPr lang="zh-CN" sz="1050" dirty="0">
                          <a:effectLst/>
                        </a:rPr>
                        <a:t>功能点</a:t>
                      </a:r>
                      <a:endParaRPr lang="zh-CN" sz="1200" dirty="0">
                        <a:effectLst/>
                        <a:latin typeface="宋体" panose="02010600030101010101" pitchFamily="2" charset="-122"/>
                        <a:ea typeface="宋体" panose="02010600030101010101" pitchFamily="2" charset="-122"/>
                        <a:cs typeface="宋体" panose="02010600030101010101" pitchFamily="2" charset="-122"/>
                      </a:endParaRPr>
                    </a:p>
                  </a:txBody>
                  <a:tcPr marL="68580" marR="68580" marT="0" marB="0" anchor="ctr"/>
                </a:tc>
                <a:tc>
                  <a:txBody>
                    <a:bodyPr/>
                    <a:lstStyle/>
                    <a:p>
                      <a:pPr algn="ctr"/>
                      <a:endParaRPr lang="en-US" altLang="zh-CN" sz="1200" dirty="0">
                        <a:effectLst/>
                        <a:latin typeface="宋体" panose="02010600030101010101" pitchFamily="2" charset="-122"/>
                        <a:ea typeface="宋体" panose="02010600030101010101" pitchFamily="2" charset="-122"/>
                        <a:cs typeface="宋体" panose="02010600030101010101" pitchFamily="2" charset="-122"/>
                      </a:endParaRPr>
                    </a:p>
                    <a:p>
                      <a:pPr algn="ctr"/>
                      <a:r>
                        <a:rPr lang="zh-CN" altLang="en-US" sz="1200" dirty="0">
                          <a:effectLst/>
                          <a:latin typeface="宋体" panose="02010600030101010101" pitchFamily="2" charset="-122"/>
                          <a:ea typeface="宋体" panose="02010600030101010101" pitchFamily="2" charset="-122"/>
                          <a:cs typeface="宋体" panose="02010600030101010101" pitchFamily="2" charset="-122"/>
                        </a:rPr>
                        <a:t>说明</a:t>
                      </a:r>
                      <a:endParaRPr lang="zh-CN" sz="1200" dirty="0">
                        <a:effectLst/>
                        <a:latin typeface="宋体" panose="02010600030101010101" pitchFamily="2" charset="-122"/>
                        <a:ea typeface="宋体" panose="02010600030101010101" pitchFamily="2" charset="-122"/>
                        <a:cs typeface="宋体" panose="02010600030101010101" pitchFamily="2" charset="-122"/>
                      </a:endParaRPr>
                    </a:p>
                  </a:txBody>
                  <a:tcPr marL="68580" marR="68580" marT="0" marB="0"/>
                </a:tc>
                <a:extLst>
                  <a:ext uri="{0D108BD9-81ED-4DB2-BD59-A6C34878D82A}">
                    <a16:rowId xmlns:a16="http://schemas.microsoft.com/office/drawing/2014/main" val="1487703396"/>
                  </a:ext>
                </a:extLst>
              </a:tr>
              <a:tr h="518058">
                <a:tc>
                  <a:txBody>
                    <a:bodyPr/>
                    <a:lstStyle/>
                    <a:p>
                      <a:pPr algn="ctr"/>
                      <a:r>
                        <a:rPr lang="zh-CN" altLang="en-US" sz="1050" dirty="0">
                          <a:effectLst/>
                          <a:latin typeface="宋体" panose="02010600030101010101" pitchFamily="2" charset="-122"/>
                          <a:ea typeface="宋体" panose="02010600030101010101" pitchFamily="2" charset="-122"/>
                          <a:cs typeface="宋体" panose="02010600030101010101" pitchFamily="2" charset="-122"/>
                        </a:rPr>
                        <a:t>个人信息管理</a:t>
                      </a:r>
                      <a:endParaRPr lang="zh-CN" sz="1200" dirty="0">
                        <a:effectLst/>
                        <a:latin typeface="宋体" panose="02010600030101010101" pitchFamily="2" charset="-122"/>
                        <a:ea typeface="宋体" panose="02010600030101010101" pitchFamily="2" charset="-122"/>
                        <a:cs typeface="宋体" panose="02010600030101010101" pitchFamily="2" charset="-122"/>
                      </a:endParaRPr>
                    </a:p>
                  </a:txBody>
                  <a:tcPr marL="68580" marR="68580" marT="0" marB="0" anchor="ctr"/>
                </a:tc>
                <a:tc>
                  <a:txBody>
                    <a:bodyPr/>
                    <a:lstStyle/>
                    <a:p>
                      <a:pPr algn="ctr"/>
                      <a:endParaRPr lang="en-US" altLang="zh-CN" sz="1050" dirty="0">
                        <a:effectLst/>
                        <a:latin typeface="宋体" panose="02010600030101010101" pitchFamily="2" charset="-122"/>
                        <a:ea typeface="宋体" panose="02010600030101010101" pitchFamily="2" charset="-122"/>
                        <a:cs typeface="宋体" panose="02010600030101010101" pitchFamily="2" charset="-122"/>
                      </a:endParaRPr>
                    </a:p>
                    <a:p>
                      <a:pPr algn="ctr"/>
                      <a:r>
                        <a:rPr lang="zh-CN" altLang="en-US" sz="1050" dirty="0">
                          <a:effectLst/>
                          <a:latin typeface="宋体" panose="02010600030101010101" pitchFamily="2" charset="-122"/>
                          <a:ea typeface="宋体" panose="02010600030101010101" pitchFamily="2" charset="-122"/>
                          <a:cs typeface="宋体" panose="02010600030101010101" pitchFamily="2" charset="-122"/>
                        </a:rPr>
                        <a:t>当前登录用户的个人信息修改</a:t>
                      </a:r>
                      <a:endParaRPr lang="zh-CN" sz="1200" dirty="0">
                        <a:effectLst/>
                        <a:latin typeface="宋体" panose="02010600030101010101" pitchFamily="2" charset="-122"/>
                        <a:ea typeface="宋体" panose="02010600030101010101" pitchFamily="2" charset="-122"/>
                        <a:cs typeface="宋体" panose="02010600030101010101" pitchFamily="2" charset="-122"/>
                      </a:endParaRPr>
                    </a:p>
                  </a:txBody>
                  <a:tcPr marL="68580" marR="68580" marT="0" marB="0"/>
                </a:tc>
                <a:extLst>
                  <a:ext uri="{0D108BD9-81ED-4DB2-BD59-A6C34878D82A}">
                    <a16:rowId xmlns:a16="http://schemas.microsoft.com/office/drawing/2014/main" val="2112405861"/>
                  </a:ext>
                </a:extLst>
              </a:tr>
              <a:tr h="518058">
                <a:tc>
                  <a:txBody>
                    <a:bodyPr/>
                    <a:lstStyle/>
                    <a:p>
                      <a:pPr algn="ctr"/>
                      <a:r>
                        <a:rPr lang="zh-CN" altLang="en-US" sz="1050" dirty="0">
                          <a:effectLst/>
                          <a:latin typeface="宋体" panose="02010600030101010101" pitchFamily="2" charset="-122"/>
                          <a:ea typeface="宋体" panose="02010600030101010101" pitchFamily="2" charset="-122"/>
                          <a:cs typeface="宋体" panose="02010600030101010101" pitchFamily="2" charset="-122"/>
                        </a:rPr>
                        <a:t>考试中心</a:t>
                      </a:r>
                      <a:endParaRPr lang="zh-CN" sz="1200" dirty="0">
                        <a:effectLst/>
                        <a:latin typeface="宋体" panose="02010600030101010101" pitchFamily="2" charset="-122"/>
                        <a:ea typeface="宋体" panose="02010600030101010101" pitchFamily="2" charset="-122"/>
                        <a:cs typeface="宋体" panose="02010600030101010101" pitchFamily="2" charset="-122"/>
                      </a:endParaRPr>
                    </a:p>
                  </a:txBody>
                  <a:tcPr marL="68580" marR="68580" marT="0" marB="0" anchor="ctr"/>
                </a:tc>
                <a:tc>
                  <a:txBody>
                    <a:bodyPr/>
                    <a:lstStyle/>
                    <a:p>
                      <a:pPr algn="ctr"/>
                      <a:endParaRPr lang="en-US" altLang="zh-CN" sz="1050" dirty="0">
                        <a:effectLst/>
                        <a:latin typeface="宋体" panose="02010600030101010101" pitchFamily="2" charset="-122"/>
                        <a:ea typeface="宋体" panose="02010600030101010101" pitchFamily="2" charset="-122"/>
                        <a:cs typeface="宋体" panose="02010600030101010101" pitchFamily="2" charset="-122"/>
                      </a:endParaRPr>
                    </a:p>
                    <a:p>
                      <a:pPr algn="ctr"/>
                      <a:r>
                        <a:rPr lang="zh-CN" altLang="en-US" sz="1050" dirty="0">
                          <a:effectLst/>
                          <a:latin typeface="宋体" panose="02010600030101010101" pitchFamily="2" charset="-122"/>
                          <a:ea typeface="宋体" panose="02010600030101010101" pitchFamily="2" charset="-122"/>
                          <a:cs typeface="宋体" panose="02010600030101010101" pitchFamily="2" charset="-122"/>
                        </a:rPr>
                        <a:t>可以看到分配给自己的考试</a:t>
                      </a:r>
                      <a:endParaRPr lang="zh-CN" sz="1200" dirty="0">
                        <a:effectLst/>
                        <a:latin typeface="宋体" panose="02010600030101010101" pitchFamily="2" charset="-122"/>
                        <a:ea typeface="宋体" panose="02010600030101010101" pitchFamily="2" charset="-122"/>
                        <a:cs typeface="宋体" panose="02010600030101010101" pitchFamily="2" charset="-122"/>
                      </a:endParaRPr>
                    </a:p>
                  </a:txBody>
                  <a:tcPr marL="68580" marR="68580" marT="0" marB="0"/>
                </a:tc>
                <a:extLst>
                  <a:ext uri="{0D108BD9-81ED-4DB2-BD59-A6C34878D82A}">
                    <a16:rowId xmlns:a16="http://schemas.microsoft.com/office/drawing/2014/main" val="1143683660"/>
                  </a:ext>
                </a:extLst>
              </a:tr>
              <a:tr h="518058">
                <a:tc>
                  <a:txBody>
                    <a:bodyPr/>
                    <a:lstStyle/>
                    <a:p>
                      <a:pPr algn="ctr"/>
                      <a:r>
                        <a:rPr lang="zh-CN" altLang="en-US" sz="1050" dirty="0">
                          <a:effectLst/>
                          <a:latin typeface="宋体" panose="02010600030101010101" pitchFamily="2" charset="-122"/>
                          <a:ea typeface="宋体" panose="02010600030101010101" pitchFamily="2" charset="-122"/>
                          <a:cs typeface="宋体" panose="02010600030101010101" pitchFamily="2" charset="-122"/>
                        </a:rPr>
                        <a:t>查询考试成绩</a:t>
                      </a:r>
                      <a:endParaRPr lang="zh-CN" sz="1200" dirty="0">
                        <a:effectLst/>
                        <a:latin typeface="宋体" panose="02010600030101010101" pitchFamily="2" charset="-122"/>
                        <a:ea typeface="宋体" panose="02010600030101010101" pitchFamily="2" charset="-122"/>
                        <a:cs typeface="宋体" panose="02010600030101010101" pitchFamily="2" charset="-122"/>
                      </a:endParaRPr>
                    </a:p>
                  </a:txBody>
                  <a:tcPr marL="68580" marR="68580" marT="0" marB="0" anchor="ctr"/>
                </a:tc>
                <a:tc>
                  <a:txBody>
                    <a:bodyPr/>
                    <a:lstStyle/>
                    <a:p>
                      <a:pPr algn="ctr"/>
                      <a:endParaRPr lang="en-US" altLang="zh-CN" sz="1050" dirty="0">
                        <a:effectLst/>
                        <a:latin typeface="宋体" panose="02010600030101010101" pitchFamily="2" charset="-122"/>
                        <a:ea typeface="宋体" panose="02010600030101010101" pitchFamily="2" charset="-122"/>
                        <a:cs typeface="宋体" panose="02010600030101010101" pitchFamily="2" charset="-122"/>
                      </a:endParaRPr>
                    </a:p>
                    <a:p>
                      <a:pPr algn="ctr"/>
                      <a:r>
                        <a:rPr lang="zh-CN" altLang="en-US" sz="1050" dirty="0">
                          <a:effectLst/>
                          <a:latin typeface="宋体" panose="02010600030101010101" pitchFamily="2" charset="-122"/>
                          <a:ea typeface="宋体" panose="02010600030101010101" pitchFamily="2" charset="-122"/>
                          <a:cs typeface="宋体" panose="02010600030101010101" pitchFamily="2" charset="-122"/>
                        </a:rPr>
                        <a:t>可以查询个人的各卷信息</a:t>
                      </a:r>
                      <a:endParaRPr lang="zh-CN" sz="1200" dirty="0">
                        <a:effectLst/>
                        <a:latin typeface="宋体" panose="02010600030101010101" pitchFamily="2" charset="-122"/>
                        <a:ea typeface="宋体" panose="02010600030101010101" pitchFamily="2" charset="-122"/>
                        <a:cs typeface="宋体" panose="02010600030101010101" pitchFamily="2" charset="-122"/>
                      </a:endParaRPr>
                    </a:p>
                  </a:txBody>
                  <a:tcPr marL="68580" marR="68580" marT="0" marB="0"/>
                </a:tc>
                <a:extLst>
                  <a:ext uri="{0D108BD9-81ED-4DB2-BD59-A6C34878D82A}">
                    <a16:rowId xmlns:a16="http://schemas.microsoft.com/office/drawing/2014/main" val="3861609690"/>
                  </a:ext>
                </a:extLst>
              </a:tr>
              <a:tr h="518058">
                <a:tc>
                  <a:txBody>
                    <a:bodyPr/>
                    <a:lstStyle/>
                    <a:p>
                      <a:pPr algn="ctr"/>
                      <a:r>
                        <a:rPr lang="zh-CN" altLang="en-US" sz="1050" dirty="0">
                          <a:effectLst/>
                          <a:latin typeface="宋体" panose="02010600030101010101" pitchFamily="2" charset="-122"/>
                          <a:ea typeface="宋体" panose="02010600030101010101" pitchFamily="2" charset="-122"/>
                          <a:cs typeface="宋体" panose="02010600030101010101" pitchFamily="2" charset="-122"/>
                        </a:rPr>
                        <a:t>模拟练习</a:t>
                      </a:r>
                      <a:endParaRPr lang="zh-CN" sz="1200" dirty="0">
                        <a:effectLst/>
                        <a:latin typeface="宋体" panose="02010600030101010101" pitchFamily="2" charset="-122"/>
                        <a:ea typeface="宋体" panose="02010600030101010101" pitchFamily="2" charset="-122"/>
                        <a:cs typeface="宋体" panose="02010600030101010101" pitchFamily="2" charset="-122"/>
                      </a:endParaRPr>
                    </a:p>
                  </a:txBody>
                  <a:tcPr marL="68580" marR="68580" marT="0" marB="0" anchor="ctr"/>
                </a:tc>
                <a:tc>
                  <a:txBody>
                    <a:bodyPr/>
                    <a:lstStyle/>
                    <a:p>
                      <a:pPr algn="ctr"/>
                      <a:endParaRPr lang="en-US" altLang="zh-CN" sz="1050" dirty="0">
                        <a:effectLst/>
                        <a:latin typeface="宋体" panose="02010600030101010101" pitchFamily="2" charset="-122"/>
                        <a:ea typeface="宋体" panose="02010600030101010101" pitchFamily="2" charset="-122"/>
                        <a:cs typeface="宋体" panose="02010600030101010101" pitchFamily="2" charset="-122"/>
                      </a:endParaRPr>
                    </a:p>
                    <a:p>
                      <a:pPr algn="ctr"/>
                      <a:r>
                        <a:rPr lang="zh-CN" altLang="en-US" sz="1050" dirty="0">
                          <a:effectLst/>
                          <a:latin typeface="宋体" panose="02010600030101010101" pitchFamily="2" charset="-122"/>
                          <a:ea typeface="宋体" panose="02010600030101010101" pitchFamily="2" charset="-122"/>
                          <a:cs typeface="宋体" panose="02010600030101010101" pitchFamily="2" charset="-122"/>
                        </a:rPr>
                        <a:t>可以自己生成试卷练习</a:t>
                      </a:r>
                      <a:endParaRPr lang="zh-CN" sz="1200" dirty="0">
                        <a:effectLst/>
                        <a:latin typeface="宋体" panose="02010600030101010101" pitchFamily="2" charset="-122"/>
                        <a:ea typeface="宋体" panose="02010600030101010101" pitchFamily="2" charset="-122"/>
                        <a:cs typeface="宋体" panose="02010600030101010101" pitchFamily="2" charset="-122"/>
                      </a:endParaRPr>
                    </a:p>
                  </a:txBody>
                  <a:tcPr marL="68580" marR="68580" marT="0" marB="0"/>
                </a:tc>
                <a:extLst>
                  <a:ext uri="{0D108BD9-81ED-4DB2-BD59-A6C34878D82A}">
                    <a16:rowId xmlns:a16="http://schemas.microsoft.com/office/drawing/2014/main" val="1818342932"/>
                  </a:ext>
                </a:extLst>
              </a:tr>
            </a:tbl>
          </a:graphicData>
        </a:graphic>
      </p:graphicFrame>
      <p:sp>
        <p:nvSpPr>
          <p:cNvPr id="29" name="文本框 28">
            <a:extLst>
              <a:ext uri="{FF2B5EF4-FFF2-40B4-BE49-F238E27FC236}">
                <a16:creationId xmlns:a16="http://schemas.microsoft.com/office/drawing/2014/main" id="{27118E5D-0EA1-44C1-AD19-8A9BB4786241}"/>
              </a:ext>
            </a:extLst>
          </p:cNvPr>
          <p:cNvSpPr txBox="1"/>
          <p:nvPr/>
        </p:nvSpPr>
        <p:spPr>
          <a:xfrm>
            <a:off x="1979712" y="650617"/>
            <a:ext cx="4572000" cy="323165"/>
          </a:xfrm>
          <a:prstGeom prst="rect">
            <a:avLst/>
          </a:prstGeom>
          <a:noFill/>
        </p:spPr>
        <p:txBody>
          <a:bodyPr wrap="square">
            <a:spAutoFit/>
          </a:bodyPr>
          <a:lstStyle/>
          <a:p>
            <a:pPr algn="ctr">
              <a:lnSpc>
                <a:spcPts val="1800"/>
              </a:lnSpc>
              <a:spcAft>
                <a:spcPts val="600"/>
              </a:spcAft>
            </a:pPr>
            <a:r>
              <a:rPr lang="zh-CN" altLang="en-US" dirty="0">
                <a:latin typeface="Times New Roman" panose="02020603050405020304" pitchFamily="18" charset="0"/>
                <a:ea typeface="宋体" panose="02010600030101010101" pitchFamily="2" charset="-122"/>
                <a:cs typeface="Times New Roman" panose="02020603050405020304" pitchFamily="18" charset="0"/>
              </a:rPr>
              <a:t>学生角色</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功能点</a:t>
            </a:r>
            <a:endParaRPr lang="zh-CN" altLang="zh-CN" sz="2400" dirty="0">
              <a:effectLst/>
              <a:latin typeface="宋体" panose="02010600030101010101" pitchFamily="2" charset="-122"/>
              <a:ea typeface="宋体" panose="02010600030101010101" pitchFamily="2" charset="-122"/>
              <a:cs typeface="宋体" panose="02010600030101010101" pitchFamily="2" charset="-122"/>
            </a:endParaRPr>
          </a:p>
        </p:txBody>
      </p:sp>
    </p:spTree>
    <p:extLst>
      <p:ext uri="{BB962C8B-B14F-4D97-AF65-F5344CB8AC3E}">
        <p14:creationId xmlns:p14="http://schemas.microsoft.com/office/powerpoint/2010/main" val="308827951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28"/>
                                        </p:tgtEl>
                                        <p:attrNameLst>
                                          <p:attrName>style.visibility</p:attrName>
                                        </p:attrNameLst>
                                      </p:cBhvr>
                                      <p:to>
                                        <p:strVal val="visible"/>
                                      </p:to>
                                    </p:set>
                                    <p:animEffect transition="in" filter="randombar(horizontal)">
                                      <p:cBhvr>
                                        <p:cTn id="7" dur="500"/>
                                        <p:tgtEl>
                                          <p:spTgt spid="28"/>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grpId="0" nodeType="clickEffect">
                                  <p:stCondLst>
                                    <p:cond delay="0"/>
                                  </p:stCondLst>
                                  <p:childTnLst>
                                    <p:set>
                                      <p:cBhvr>
                                        <p:cTn id="11" dur="1" fill="hold">
                                          <p:stCondLst>
                                            <p:cond delay="0"/>
                                          </p:stCondLst>
                                        </p:cTn>
                                        <p:tgtEl>
                                          <p:spTgt spid="29"/>
                                        </p:tgtEl>
                                        <p:attrNameLst>
                                          <p:attrName>style.visibility</p:attrName>
                                        </p:attrNameLst>
                                      </p:cBhvr>
                                      <p:to>
                                        <p:strVal val="visible"/>
                                      </p:to>
                                    </p:set>
                                    <p:anim calcmode="lin" valueType="num">
                                      <p:cBhvr additive="base">
                                        <p:cTn id="12" dur="500" fill="hold"/>
                                        <p:tgtEl>
                                          <p:spTgt spid="29"/>
                                        </p:tgtEl>
                                        <p:attrNameLst>
                                          <p:attrName>ppt_x</p:attrName>
                                        </p:attrNameLst>
                                      </p:cBhvr>
                                      <p:tavLst>
                                        <p:tav tm="0">
                                          <p:val>
                                            <p:strVal val="#ppt_x"/>
                                          </p:val>
                                        </p:tav>
                                        <p:tav tm="100000">
                                          <p:val>
                                            <p:strVal val="#ppt_x"/>
                                          </p:val>
                                        </p:tav>
                                      </p:tavLst>
                                    </p:anim>
                                    <p:anim calcmode="lin" valueType="num">
                                      <p:cBhvr additive="base">
                                        <p:cTn id="13" dur="500" fill="hold"/>
                                        <p:tgtEl>
                                          <p:spTgt spid="29"/>
                                        </p:tgtEl>
                                        <p:attrNameLst>
                                          <p:attrName>ppt_y</p:attrName>
                                        </p:attrNameLst>
                                      </p:cBhvr>
                                      <p:tavLst>
                                        <p:tav tm="0">
                                          <p:val>
                                            <p:strVal val="1+#ppt_h/2"/>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16" presetClass="entr" presetSubtype="21" fill="hold" nodeType="clickEffect">
                                  <p:stCondLst>
                                    <p:cond delay="0"/>
                                  </p:stCondLst>
                                  <p:childTnLst>
                                    <p:set>
                                      <p:cBhvr>
                                        <p:cTn id="17" dur="1" fill="hold">
                                          <p:stCondLst>
                                            <p:cond delay="0"/>
                                          </p:stCondLst>
                                        </p:cTn>
                                        <p:tgtEl>
                                          <p:spTgt spid="2"/>
                                        </p:tgtEl>
                                        <p:attrNameLst>
                                          <p:attrName>style.visibility</p:attrName>
                                        </p:attrNameLst>
                                      </p:cBhvr>
                                      <p:to>
                                        <p:strVal val="visible"/>
                                      </p:to>
                                    </p:set>
                                    <p:animEffect transition="in" filter="barn(inVertical)">
                                      <p:cBhvr>
                                        <p:cTn id="18"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 grpId="0"/>
      <p:bldP spid="29"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9">
            <a:extLst>
              <a:ext uri="{FF2B5EF4-FFF2-40B4-BE49-F238E27FC236}">
                <a16:creationId xmlns:a16="http://schemas.microsoft.com/office/drawing/2014/main" id="{A457A972-2FAE-4E9D-A10D-8DC9693F9978}"/>
              </a:ext>
            </a:extLst>
          </p:cNvPr>
          <p:cNvSpPr txBox="1"/>
          <p:nvPr/>
        </p:nvSpPr>
        <p:spPr>
          <a:xfrm>
            <a:off x="592933" y="195486"/>
            <a:ext cx="2281394" cy="369332"/>
          </a:xfrm>
          <a:prstGeom prst="rect">
            <a:avLst/>
          </a:prstGeom>
          <a:noFill/>
        </p:spPr>
        <p:txBody>
          <a:bodyPr wrap="none" rtlCol="0">
            <a:spAutoFit/>
          </a:bodyPr>
          <a:lstStyle/>
          <a:p>
            <a:r>
              <a:rPr lang="zh-CN" altLang="en-US" b="1" dirty="0">
                <a:solidFill>
                  <a:srgbClr val="13436C"/>
                </a:solidFill>
                <a:latin typeface="微软雅黑" pitchFamily="34" charset="-122"/>
                <a:ea typeface="微软雅黑" pitchFamily="34" charset="-122"/>
              </a:rPr>
              <a:t>主要内容</a:t>
            </a:r>
            <a:r>
              <a:rPr lang="en-US" altLang="zh-CN" b="1" dirty="0">
                <a:solidFill>
                  <a:srgbClr val="13436C"/>
                </a:solidFill>
                <a:latin typeface="微软雅黑" pitchFamily="34" charset="-122"/>
                <a:ea typeface="微软雅黑" pitchFamily="34" charset="-122"/>
              </a:rPr>
              <a:t>—</a:t>
            </a:r>
            <a:r>
              <a:rPr lang="zh-CN" altLang="en-US" b="1" dirty="0">
                <a:solidFill>
                  <a:srgbClr val="13436C"/>
                </a:solidFill>
                <a:latin typeface="微软雅黑" pitchFamily="34" charset="-122"/>
                <a:ea typeface="微软雅黑" pitchFamily="34" charset="-122"/>
              </a:rPr>
              <a:t>系统功能</a:t>
            </a:r>
          </a:p>
        </p:txBody>
      </p:sp>
      <p:graphicFrame>
        <p:nvGraphicFramePr>
          <p:cNvPr id="5" name="表格 4">
            <a:extLst>
              <a:ext uri="{FF2B5EF4-FFF2-40B4-BE49-F238E27FC236}">
                <a16:creationId xmlns:a16="http://schemas.microsoft.com/office/drawing/2014/main" id="{AF006252-BE73-45BE-8B0D-F67B75997D42}"/>
              </a:ext>
            </a:extLst>
          </p:cNvPr>
          <p:cNvGraphicFramePr>
            <a:graphicFrameLocks noGrp="1"/>
          </p:cNvGraphicFramePr>
          <p:nvPr>
            <p:extLst>
              <p:ext uri="{D42A27DB-BD31-4B8C-83A1-F6EECF244321}">
                <p14:modId xmlns:p14="http://schemas.microsoft.com/office/powerpoint/2010/main" val="1211104256"/>
              </p:ext>
            </p:extLst>
          </p:nvPr>
        </p:nvGraphicFramePr>
        <p:xfrm>
          <a:off x="1790752" y="1426553"/>
          <a:ext cx="5562496" cy="2928338"/>
        </p:xfrm>
        <a:graphic>
          <a:graphicData uri="http://schemas.openxmlformats.org/drawingml/2006/table">
            <a:tbl>
              <a:tblPr firstRow="1" firstCol="1" bandRow="1">
                <a:tableStyleId>{5C22544A-7EE6-4342-B048-85BDC9FD1C3A}</a:tableStyleId>
              </a:tblPr>
              <a:tblGrid>
                <a:gridCol w="1781192">
                  <a:extLst>
                    <a:ext uri="{9D8B030D-6E8A-4147-A177-3AD203B41FA5}">
                      <a16:colId xmlns:a16="http://schemas.microsoft.com/office/drawing/2014/main" val="367067350"/>
                    </a:ext>
                  </a:extLst>
                </a:gridCol>
                <a:gridCol w="3781304">
                  <a:extLst>
                    <a:ext uri="{9D8B030D-6E8A-4147-A177-3AD203B41FA5}">
                      <a16:colId xmlns:a16="http://schemas.microsoft.com/office/drawing/2014/main" val="2947250331"/>
                    </a:ext>
                  </a:extLst>
                </a:gridCol>
              </a:tblGrid>
              <a:tr h="281988">
                <a:tc>
                  <a:txBody>
                    <a:bodyPr/>
                    <a:lstStyle/>
                    <a:p>
                      <a:pPr algn="ctr"/>
                      <a:r>
                        <a:rPr lang="zh-CN" sz="1050" dirty="0">
                          <a:effectLst/>
                        </a:rPr>
                        <a:t>功能点</a:t>
                      </a:r>
                      <a:endParaRPr lang="zh-CN" sz="1200" dirty="0">
                        <a:effectLst/>
                        <a:latin typeface="宋体" panose="02010600030101010101" pitchFamily="2" charset="-122"/>
                        <a:ea typeface="宋体" panose="02010600030101010101" pitchFamily="2" charset="-122"/>
                        <a:cs typeface="宋体" panose="02010600030101010101" pitchFamily="2" charset="-122"/>
                      </a:endParaRPr>
                    </a:p>
                  </a:txBody>
                  <a:tcPr marL="68580" marR="68580" marT="0" marB="0" anchor="ctr"/>
                </a:tc>
                <a:tc>
                  <a:txBody>
                    <a:bodyPr/>
                    <a:lstStyle/>
                    <a:p>
                      <a:pPr algn="ctr"/>
                      <a:r>
                        <a:rPr lang="zh-CN" altLang="en-US" sz="1050" dirty="0">
                          <a:effectLst/>
                          <a:latin typeface="宋体" panose="02010600030101010101" pitchFamily="2" charset="-122"/>
                          <a:ea typeface="宋体" panose="02010600030101010101" pitchFamily="2" charset="-122"/>
                          <a:cs typeface="宋体" panose="02010600030101010101" pitchFamily="2" charset="-122"/>
                        </a:rPr>
                        <a:t>说明</a:t>
                      </a:r>
                      <a:endParaRPr lang="zh-CN" sz="1200" dirty="0">
                        <a:effectLst/>
                        <a:latin typeface="宋体" panose="02010600030101010101" pitchFamily="2" charset="-122"/>
                        <a:ea typeface="宋体" panose="02010600030101010101" pitchFamily="2" charset="-122"/>
                        <a:cs typeface="宋体" panose="02010600030101010101" pitchFamily="2" charset="-122"/>
                      </a:endParaRPr>
                    </a:p>
                  </a:txBody>
                  <a:tcPr marL="68580" marR="68580" marT="0" marB="0"/>
                </a:tc>
                <a:extLst>
                  <a:ext uri="{0D108BD9-81ED-4DB2-BD59-A6C34878D82A}">
                    <a16:rowId xmlns:a16="http://schemas.microsoft.com/office/drawing/2014/main" val="2441571057"/>
                  </a:ext>
                </a:extLst>
              </a:tr>
              <a:tr h="281988">
                <a:tc>
                  <a:txBody>
                    <a:bodyPr/>
                    <a:lstStyle/>
                    <a:p>
                      <a:pPr marL="0" algn="ctr" defTabSz="914400" rtl="0" eaLnBrk="1" latinLnBrk="0" hangingPunct="1"/>
                      <a:r>
                        <a:rPr lang="zh-CN" altLang="en-US" sz="1050" b="1" kern="1200" dirty="0">
                          <a:solidFill>
                            <a:schemeClr val="lt1"/>
                          </a:solidFill>
                          <a:effectLst/>
                          <a:latin typeface="宋体" panose="02010600030101010101" pitchFamily="2" charset="-122"/>
                          <a:ea typeface="宋体" panose="02010600030101010101" pitchFamily="2" charset="-122"/>
                          <a:cs typeface="宋体" panose="02010600030101010101" pitchFamily="2" charset="-122"/>
                        </a:rPr>
                        <a:t>个人信息管理</a:t>
                      </a:r>
                    </a:p>
                  </a:txBody>
                  <a:tcPr marL="68580" marR="68580" marT="0" marB="0" anchor="ctr"/>
                </a:tc>
                <a:tc>
                  <a:txBody>
                    <a:bodyPr/>
                    <a:lstStyle/>
                    <a:p>
                      <a:pPr algn="ctr"/>
                      <a:r>
                        <a:rPr lang="zh-CN" altLang="en-US" sz="1050" kern="1200" dirty="0">
                          <a:solidFill>
                            <a:schemeClr val="dk1"/>
                          </a:solidFill>
                          <a:effectLst/>
                          <a:latin typeface="宋体" panose="02010600030101010101" pitchFamily="2" charset="-122"/>
                          <a:ea typeface="宋体" panose="02010600030101010101" pitchFamily="2" charset="-122"/>
                          <a:cs typeface="宋体" panose="02010600030101010101" pitchFamily="2" charset="-122"/>
                        </a:rPr>
                        <a:t>当前登录用户的个人信息修改</a:t>
                      </a:r>
                    </a:p>
                  </a:txBody>
                  <a:tcPr marL="68580" marR="68580" marT="0" marB="0"/>
                </a:tc>
                <a:extLst>
                  <a:ext uri="{0D108BD9-81ED-4DB2-BD59-A6C34878D82A}">
                    <a16:rowId xmlns:a16="http://schemas.microsoft.com/office/drawing/2014/main" val="3009911982"/>
                  </a:ext>
                </a:extLst>
              </a:tr>
              <a:tr h="281988">
                <a:tc>
                  <a:txBody>
                    <a:bodyPr/>
                    <a:lstStyle/>
                    <a:p>
                      <a:pPr marL="0" algn="ctr" defTabSz="914400" rtl="0" eaLnBrk="1" latinLnBrk="0" hangingPunct="1"/>
                      <a:r>
                        <a:rPr lang="zh-CN" altLang="en-US" sz="1050" b="1" kern="1200" dirty="0">
                          <a:solidFill>
                            <a:schemeClr val="lt1"/>
                          </a:solidFill>
                          <a:effectLst/>
                          <a:latin typeface="宋体" panose="02010600030101010101" pitchFamily="2" charset="-122"/>
                          <a:ea typeface="宋体" panose="02010600030101010101" pitchFamily="2" charset="-122"/>
                          <a:cs typeface="宋体" panose="02010600030101010101" pitchFamily="2" charset="-122"/>
                        </a:rPr>
                        <a:t>学生信息维护</a:t>
                      </a:r>
                    </a:p>
                  </a:txBody>
                  <a:tcPr marL="68580" marR="68580" marT="0" marB="0" anchor="ctr"/>
                </a:tc>
                <a:tc>
                  <a:txBody>
                    <a:bodyPr/>
                    <a:lstStyle/>
                    <a:p>
                      <a:pPr algn="ctr"/>
                      <a:r>
                        <a:rPr lang="zh-CN" altLang="en-US" sz="1050" kern="1200" dirty="0">
                          <a:solidFill>
                            <a:schemeClr val="dk1"/>
                          </a:solidFill>
                          <a:effectLst/>
                          <a:latin typeface="宋体" panose="02010600030101010101" pitchFamily="2" charset="-122"/>
                          <a:ea typeface="宋体" panose="02010600030101010101" pitchFamily="2" charset="-122"/>
                          <a:cs typeface="宋体" panose="02010600030101010101" pitchFamily="2" charset="-122"/>
                        </a:rPr>
                        <a:t>对学生信息进行录入和修改</a:t>
                      </a:r>
                    </a:p>
                  </a:txBody>
                  <a:tcPr marL="68580" marR="68580" marT="0" marB="0"/>
                </a:tc>
                <a:extLst>
                  <a:ext uri="{0D108BD9-81ED-4DB2-BD59-A6C34878D82A}">
                    <a16:rowId xmlns:a16="http://schemas.microsoft.com/office/drawing/2014/main" val="2544911464"/>
                  </a:ext>
                </a:extLst>
              </a:tr>
              <a:tr h="281988">
                <a:tc>
                  <a:txBody>
                    <a:bodyPr/>
                    <a:lstStyle/>
                    <a:p>
                      <a:pPr marL="0" algn="ctr" defTabSz="914400" rtl="0" eaLnBrk="1" latinLnBrk="0" hangingPunct="1"/>
                      <a:r>
                        <a:rPr lang="zh-CN" altLang="en-US" sz="1050" b="1" kern="1200" dirty="0">
                          <a:solidFill>
                            <a:schemeClr val="lt1"/>
                          </a:solidFill>
                          <a:effectLst/>
                          <a:latin typeface="宋体" panose="02010600030101010101" pitchFamily="2" charset="-122"/>
                          <a:ea typeface="宋体" panose="02010600030101010101" pitchFamily="2" charset="-122"/>
                          <a:cs typeface="宋体" panose="02010600030101010101" pitchFamily="2" charset="-122"/>
                        </a:rPr>
                        <a:t>考试信息管理</a:t>
                      </a:r>
                    </a:p>
                  </a:txBody>
                  <a:tcPr marL="68580" marR="68580" marT="0" marB="0" anchor="ctr"/>
                </a:tc>
                <a:tc>
                  <a:txBody>
                    <a:bodyPr/>
                    <a:lstStyle/>
                    <a:p>
                      <a:pPr algn="ctr"/>
                      <a:r>
                        <a:rPr lang="zh-CN" altLang="en-US" sz="1050" kern="1200" dirty="0">
                          <a:solidFill>
                            <a:schemeClr val="dk1"/>
                          </a:solidFill>
                          <a:effectLst/>
                          <a:latin typeface="宋体" panose="02010600030101010101" pitchFamily="2" charset="-122"/>
                          <a:ea typeface="宋体" panose="02010600030101010101" pitchFamily="2" charset="-122"/>
                          <a:cs typeface="宋体" panose="02010600030101010101" pitchFamily="2" charset="-122"/>
                        </a:rPr>
                        <a:t>对考试进行新增和修改并指定考试对象</a:t>
                      </a:r>
                    </a:p>
                  </a:txBody>
                  <a:tcPr marL="68580" marR="68580" marT="0" marB="0"/>
                </a:tc>
                <a:extLst>
                  <a:ext uri="{0D108BD9-81ED-4DB2-BD59-A6C34878D82A}">
                    <a16:rowId xmlns:a16="http://schemas.microsoft.com/office/drawing/2014/main" val="378909833"/>
                  </a:ext>
                </a:extLst>
              </a:tr>
              <a:tr h="281988">
                <a:tc>
                  <a:txBody>
                    <a:bodyPr/>
                    <a:lstStyle/>
                    <a:p>
                      <a:pPr marL="0" algn="ctr" defTabSz="914400" rtl="0" eaLnBrk="1" latinLnBrk="0" hangingPunct="1"/>
                      <a:r>
                        <a:rPr lang="zh-CN" altLang="en-US" sz="1050" b="1" kern="1200" dirty="0">
                          <a:solidFill>
                            <a:schemeClr val="lt1"/>
                          </a:solidFill>
                          <a:effectLst/>
                          <a:latin typeface="宋体" panose="02010600030101010101" pitchFamily="2" charset="-122"/>
                          <a:ea typeface="宋体" panose="02010600030101010101" pitchFamily="2" charset="-122"/>
                          <a:cs typeface="宋体" panose="02010600030101010101" pitchFamily="2" charset="-122"/>
                        </a:rPr>
                        <a:t>试卷信息管理</a:t>
                      </a:r>
                    </a:p>
                  </a:txBody>
                  <a:tcPr marL="68580" marR="68580" marT="0" marB="0" anchor="ctr"/>
                </a:tc>
                <a:tc>
                  <a:txBody>
                    <a:bodyPr/>
                    <a:lstStyle/>
                    <a:p>
                      <a:pPr algn="ctr"/>
                      <a:r>
                        <a:rPr lang="zh-CN" altLang="en-US" sz="1050" kern="1200" dirty="0">
                          <a:solidFill>
                            <a:schemeClr val="dk1"/>
                          </a:solidFill>
                          <a:effectLst/>
                          <a:latin typeface="宋体" panose="02010600030101010101" pitchFamily="2" charset="-122"/>
                          <a:ea typeface="宋体" panose="02010600030101010101" pitchFamily="2" charset="-122"/>
                          <a:cs typeface="宋体" panose="02010600030101010101" pitchFamily="2" charset="-122"/>
                        </a:rPr>
                        <a:t>对试卷信息以及考题进行新增和修改</a:t>
                      </a:r>
                    </a:p>
                  </a:txBody>
                  <a:tcPr marL="68580" marR="68580" marT="0" marB="0"/>
                </a:tc>
                <a:extLst>
                  <a:ext uri="{0D108BD9-81ED-4DB2-BD59-A6C34878D82A}">
                    <a16:rowId xmlns:a16="http://schemas.microsoft.com/office/drawing/2014/main" val="4134163098"/>
                  </a:ext>
                </a:extLst>
              </a:tr>
              <a:tr h="281988">
                <a:tc>
                  <a:txBody>
                    <a:bodyPr/>
                    <a:lstStyle/>
                    <a:p>
                      <a:pPr marL="0" algn="ctr" defTabSz="914400" rtl="0" eaLnBrk="1" latinLnBrk="0" hangingPunct="1"/>
                      <a:r>
                        <a:rPr lang="zh-CN" altLang="en-US" sz="1050" b="1" kern="1200" dirty="0">
                          <a:solidFill>
                            <a:schemeClr val="lt1"/>
                          </a:solidFill>
                          <a:effectLst/>
                          <a:latin typeface="宋体" panose="02010600030101010101" pitchFamily="2" charset="-122"/>
                          <a:ea typeface="宋体" panose="02010600030101010101" pitchFamily="2" charset="-122"/>
                          <a:cs typeface="宋体" panose="02010600030101010101" pitchFamily="2" charset="-122"/>
                        </a:rPr>
                        <a:t>学生成绩管理</a:t>
                      </a:r>
                    </a:p>
                  </a:txBody>
                  <a:tcPr marL="68580" marR="68580" marT="0" marB="0" anchor="ctr"/>
                </a:tc>
                <a:tc>
                  <a:txBody>
                    <a:bodyPr/>
                    <a:lstStyle/>
                    <a:p>
                      <a:pPr algn="ctr"/>
                      <a:r>
                        <a:rPr lang="zh-CN" altLang="en-US" sz="1050" kern="1200" dirty="0">
                          <a:solidFill>
                            <a:schemeClr val="dk1"/>
                          </a:solidFill>
                          <a:effectLst/>
                          <a:latin typeface="宋体" panose="02010600030101010101" pitchFamily="2" charset="-122"/>
                          <a:ea typeface="宋体" panose="02010600030101010101" pitchFamily="2" charset="-122"/>
                          <a:cs typeface="宋体" panose="02010600030101010101" pitchFamily="2" charset="-122"/>
                        </a:rPr>
                        <a:t>可以查看学生成绩统计出的成绩曲线图以及柱状图</a:t>
                      </a:r>
                    </a:p>
                  </a:txBody>
                  <a:tcPr marL="68580" marR="68580" marT="0" marB="0"/>
                </a:tc>
                <a:extLst>
                  <a:ext uri="{0D108BD9-81ED-4DB2-BD59-A6C34878D82A}">
                    <a16:rowId xmlns:a16="http://schemas.microsoft.com/office/drawing/2014/main" val="2004505140"/>
                  </a:ext>
                </a:extLst>
              </a:tr>
              <a:tr h="281988">
                <a:tc>
                  <a:txBody>
                    <a:bodyPr/>
                    <a:lstStyle/>
                    <a:p>
                      <a:pPr marL="0" algn="ctr" defTabSz="914400" rtl="0" eaLnBrk="1" latinLnBrk="0" hangingPunct="1"/>
                      <a:r>
                        <a:rPr lang="zh-CN" altLang="en-US" sz="1050" b="1" kern="1200" dirty="0">
                          <a:solidFill>
                            <a:schemeClr val="lt1"/>
                          </a:solidFill>
                          <a:effectLst/>
                          <a:latin typeface="宋体" panose="02010600030101010101" pitchFamily="2" charset="-122"/>
                          <a:ea typeface="宋体" panose="02010600030101010101" pitchFamily="2" charset="-122"/>
                          <a:cs typeface="宋体" panose="02010600030101010101" pitchFamily="2" charset="-122"/>
                        </a:rPr>
                        <a:t>题库管理</a:t>
                      </a:r>
                    </a:p>
                  </a:txBody>
                  <a:tcPr marL="68580" marR="68580" marT="0" marB="0" anchor="ctr"/>
                </a:tc>
                <a:tc>
                  <a:txBody>
                    <a:bodyPr/>
                    <a:lstStyle/>
                    <a:p>
                      <a:pPr algn="ctr"/>
                      <a:r>
                        <a:rPr lang="zh-CN" altLang="en-US" sz="1050" kern="1200" dirty="0">
                          <a:solidFill>
                            <a:schemeClr val="dk1"/>
                          </a:solidFill>
                          <a:effectLst/>
                          <a:latin typeface="宋体" panose="02010600030101010101" pitchFamily="2" charset="-122"/>
                          <a:ea typeface="宋体" panose="02010600030101010101" pitchFamily="2" charset="-122"/>
                          <a:cs typeface="宋体" panose="02010600030101010101" pitchFamily="2" charset="-122"/>
                        </a:rPr>
                        <a:t>选择题、填空题、判断题、编程题四种题型的增加</a:t>
                      </a:r>
                    </a:p>
                  </a:txBody>
                  <a:tcPr marL="68580" marR="68580" marT="0" marB="0"/>
                </a:tc>
                <a:extLst>
                  <a:ext uri="{0D108BD9-81ED-4DB2-BD59-A6C34878D82A}">
                    <a16:rowId xmlns:a16="http://schemas.microsoft.com/office/drawing/2014/main" val="1178280330"/>
                  </a:ext>
                </a:extLst>
              </a:tr>
              <a:tr h="281988">
                <a:tc>
                  <a:txBody>
                    <a:bodyPr/>
                    <a:lstStyle/>
                    <a:p>
                      <a:pPr marL="0" algn="ctr" defTabSz="914400" rtl="0" eaLnBrk="1" latinLnBrk="0" hangingPunct="1"/>
                      <a:r>
                        <a:rPr lang="zh-CN" altLang="en-US" sz="1050" b="1" kern="1200" dirty="0">
                          <a:solidFill>
                            <a:schemeClr val="lt1"/>
                          </a:solidFill>
                          <a:effectLst/>
                          <a:latin typeface="宋体" panose="02010600030101010101" pitchFamily="2" charset="-122"/>
                          <a:ea typeface="宋体" panose="02010600030101010101" pitchFamily="2" charset="-122"/>
                          <a:cs typeface="宋体" panose="02010600030101010101" pitchFamily="2" charset="-122"/>
                        </a:rPr>
                        <a:t>学生信息导出</a:t>
                      </a:r>
                    </a:p>
                  </a:txBody>
                  <a:tcPr marL="68580" marR="68580" marT="0" marB="0" anchor="ctr"/>
                </a:tc>
                <a:tc>
                  <a:txBody>
                    <a:bodyPr/>
                    <a:lstStyle/>
                    <a:p>
                      <a:pPr algn="ctr"/>
                      <a:r>
                        <a:rPr lang="zh-CN" altLang="zh-CN" sz="1050" kern="1200" dirty="0">
                          <a:solidFill>
                            <a:schemeClr val="dk1"/>
                          </a:solidFill>
                          <a:effectLst/>
                          <a:latin typeface="宋体" panose="02010600030101010101" pitchFamily="2" charset="-122"/>
                          <a:ea typeface="宋体" panose="02010600030101010101" pitchFamily="2" charset="-122"/>
                          <a:cs typeface="+mn-cs"/>
                        </a:rPr>
                        <a:t>支持导出学生信息为</a:t>
                      </a:r>
                      <a:r>
                        <a:rPr lang="en-US" altLang="zh-CN" sz="1050" kern="1200" dirty="0">
                          <a:solidFill>
                            <a:schemeClr val="dk1"/>
                          </a:solidFill>
                          <a:effectLst/>
                          <a:latin typeface="宋体" panose="02010600030101010101" pitchFamily="2" charset="-122"/>
                          <a:ea typeface="宋体" panose="02010600030101010101" pitchFamily="2" charset="-122"/>
                          <a:cs typeface="+mn-cs"/>
                        </a:rPr>
                        <a:t>Excel/Csv/Xml/Json</a:t>
                      </a:r>
                      <a:r>
                        <a:rPr lang="zh-CN" altLang="zh-CN" sz="1050" kern="1200" dirty="0">
                          <a:solidFill>
                            <a:schemeClr val="dk1"/>
                          </a:solidFill>
                          <a:effectLst/>
                          <a:latin typeface="宋体" panose="02010600030101010101" pitchFamily="2" charset="-122"/>
                          <a:ea typeface="宋体" panose="02010600030101010101" pitchFamily="2" charset="-122"/>
                          <a:cs typeface="+mn-cs"/>
                        </a:rPr>
                        <a:t>四种格式</a:t>
                      </a:r>
                      <a:endParaRPr lang="zh-CN" altLang="en-US" sz="1050" kern="1200" dirty="0">
                        <a:solidFill>
                          <a:schemeClr val="dk1"/>
                        </a:solidFill>
                        <a:effectLst/>
                        <a:latin typeface="宋体" panose="02010600030101010101" pitchFamily="2" charset="-122"/>
                        <a:ea typeface="宋体" panose="02010600030101010101" pitchFamily="2" charset="-122"/>
                        <a:cs typeface="宋体" panose="02010600030101010101" pitchFamily="2" charset="-122"/>
                      </a:endParaRPr>
                    </a:p>
                  </a:txBody>
                  <a:tcPr marL="68580" marR="68580" marT="0" marB="0"/>
                </a:tc>
                <a:extLst>
                  <a:ext uri="{0D108BD9-81ED-4DB2-BD59-A6C34878D82A}">
                    <a16:rowId xmlns:a16="http://schemas.microsoft.com/office/drawing/2014/main" val="3858771759"/>
                  </a:ext>
                </a:extLst>
              </a:tr>
              <a:tr h="281988">
                <a:tc>
                  <a:txBody>
                    <a:bodyPr/>
                    <a:lstStyle/>
                    <a:p>
                      <a:pPr marL="0" algn="ctr" defTabSz="914400" rtl="0" eaLnBrk="1" latinLnBrk="0" hangingPunct="1"/>
                      <a:r>
                        <a:rPr lang="zh-CN" altLang="zh-CN" sz="1050" b="1" kern="1200" dirty="0">
                          <a:solidFill>
                            <a:schemeClr val="lt1"/>
                          </a:solidFill>
                          <a:effectLst/>
                          <a:latin typeface="宋体" panose="02010600030101010101" pitchFamily="2" charset="-122"/>
                          <a:ea typeface="宋体" panose="02010600030101010101" pitchFamily="2" charset="-122"/>
                          <a:cs typeface="+mn-cs"/>
                        </a:rPr>
                        <a:t>学生成绩导出</a:t>
                      </a:r>
                      <a:endParaRPr lang="zh-CN" altLang="en-US" sz="1050" b="1" kern="1200" dirty="0">
                        <a:solidFill>
                          <a:schemeClr val="lt1"/>
                        </a:solidFill>
                        <a:effectLst/>
                        <a:latin typeface="宋体" panose="02010600030101010101" pitchFamily="2" charset="-122"/>
                        <a:ea typeface="宋体" panose="02010600030101010101" pitchFamily="2" charset="-122"/>
                        <a:cs typeface="宋体" panose="02010600030101010101" pitchFamily="2" charset="-122"/>
                      </a:endParaRPr>
                    </a:p>
                  </a:txBody>
                  <a:tcPr marL="68580" marR="68580" marT="0" marB="0" anchor="ctr"/>
                </a:tc>
                <a:tc>
                  <a:txBody>
                    <a:bodyPr/>
                    <a:lstStyle/>
                    <a:p>
                      <a:pPr algn="ctr"/>
                      <a:r>
                        <a:rPr lang="zh-CN" altLang="zh-CN" sz="1050" kern="1200" dirty="0">
                          <a:solidFill>
                            <a:schemeClr val="dk1"/>
                          </a:solidFill>
                          <a:effectLst/>
                          <a:latin typeface="宋体" panose="02010600030101010101" pitchFamily="2" charset="-122"/>
                          <a:ea typeface="宋体" panose="02010600030101010101" pitchFamily="2" charset="-122"/>
                          <a:cs typeface="+mn-cs"/>
                        </a:rPr>
                        <a:t>支持导出学生成绩为</a:t>
                      </a:r>
                      <a:r>
                        <a:rPr lang="en-US" altLang="zh-CN" sz="1050" kern="1200" dirty="0">
                          <a:solidFill>
                            <a:schemeClr val="dk1"/>
                          </a:solidFill>
                          <a:effectLst/>
                          <a:latin typeface="宋体" panose="02010600030101010101" pitchFamily="2" charset="-122"/>
                          <a:ea typeface="宋体" panose="02010600030101010101" pitchFamily="2" charset="-122"/>
                          <a:cs typeface="+mn-cs"/>
                        </a:rPr>
                        <a:t>Excel/Csv/Xml/Json</a:t>
                      </a:r>
                      <a:r>
                        <a:rPr lang="zh-CN" altLang="zh-CN" sz="1050" kern="1200" dirty="0">
                          <a:solidFill>
                            <a:schemeClr val="dk1"/>
                          </a:solidFill>
                          <a:effectLst/>
                          <a:latin typeface="宋体" panose="02010600030101010101" pitchFamily="2" charset="-122"/>
                          <a:ea typeface="宋体" panose="02010600030101010101" pitchFamily="2" charset="-122"/>
                          <a:cs typeface="+mn-cs"/>
                        </a:rPr>
                        <a:t>四种格式</a:t>
                      </a:r>
                      <a:endParaRPr lang="zh-CN" altLang="en-US" sz="1050" kern="1200" dirty="0">
                        <a:solidFill>
                          <a:schemeClr val="dk1"/>
                        </a:solidFill>
                        <a:effectLst/>
                        <a:latin typeface="宋体" panose="02010600030101010101" pitchFamily="2" charset="-122"/>
                        <a:ea typeface="宋体" panose="02010600030101010101" pitchFamily="2" charset="-122"/>
                        <a:cs typeface="宋体" panose="02010600030101010101" pitchFamily="2" charset="-122"/>
                      </a:endParaRPr>
                    </a:p>
                  </a:txBody>
                  <a:tcPr marL="68580" marR="68580" marT="0" marB="0"/>
                </a:tc>
                <a:extLst>
                  <a:ext uri="{0D108BD9-81ED-4DB2-BD59-A6C34878D82A}">
                    <a16:rowId xmlns:a16="http://schemas.microsoft.com/office/drawing/2014/main" val="423292784"/>
                  </a:ext>
                </a:extLst>
              </a:tr>
              <a:tr h="390446">
                <a:tc>
                  <a:txBody>
                    <a:bodyPr/>
                    <a:lstStyle/>
                    <a:p>
                      <a:pPr marL="0" algn="ctr" defTabSz="914400" rtl="0" eaLnBrk="1" latinLnBrk="0" hangingPunct="1"/>
                      <a:r>
                        <a:rPr lang="zh-CN" altLang="zh-CN" sz="1050" b="1" kern="1200" dirty="0">
                          <a:solidFill>
                            <a:schemeClr val="lt1"/>
                          </a:solidFill>
                          <a:effectLst/>
                          <a:latin typeface="宋体" panose="02010600030101010101" pitchFamily="2" charset="-122"/>
                          <a:ea typeface="宋体" panose="02010600030101010101" pitchFamily="2" charset="-122"/>
                          <a:cs typeface="+mn-cs"/>
                        </a:rPr>
                        <a:t>题库信息导出</a:t>
                      </a:r>
                      <a:endParaRPr lang="zh-CN" altLang="en-US" sz="1050" b="1" kern="1200" dirty="0">
                        <a:solidFill>
                          <a:schemeClr val="lt1"/>
                        </a:solidFill>
                        <a:effectLst/>
                        <a:latin typeface="宋体" panose="02010600030101010101" pitchFamily="2" charset="-122"/>
                        <a:ea typeface="宋体" panose="02010600030101010101" pitchFamily="2" charset="-122"/>
                        <a:cs typeface="宋体" panose="02010600030101010101" pitchFamily="2" charset="-122"/>
                      </a:endParaRPr>
                    </a:p>
                  </a:txBody>
                  <a:tcPr marL="68580" marR="68580" marT="0" marB="0" anchor="ctr"/>
                </a:tc>
                <a:tc>
                  <a:txBody>
                    <a:bodyPr/>
                    <a:lstStyle/>
                    <a:p>
                      <a:pPr algn="ctr"/>
                      <a:r>
                        <a:rPr lang="zh-CN" altLang="zh-CN" sz="1050" kern="1200" dirty="0">
                          <a:solidFill>
                            <a:schemeClr val="dk1"/>
                          </a:solidFill>
                          <a:effectLst/>
                          <a:latin typeface="宋体" panose="02010600030101010101" pitchFamily="2" charset="-122"/>
                          <a:ea typeface="宋体" panose="02010600030101010101" pitchFamily="2" charset="-122"/>
                          <a:cs typeface="+mn-cs"/>
                        </a:rPr>
                        <a:t>导出选择题、填空题、判断题、编程题四种题型为</a:t>
                      </a:r>
                      <a:r>
                        <a:rPr lang="en-US" altLang="zh-CN" sz="1050" kern="1200" dirty="0">
                          <a:solidFill>
                            <a:schemeClr val="dk1"/>
                          </a:solidFill>
                          <a:effectLst/>
                          <a:latin typeface="宋体" panose="02010600030101010101" pitchFamily="2" charset="-122"/>
                          <a:ea typeface="宋体" panose="02010600030101010101" pitchFamily="2" charset="-122"/>
                          <a:cs typeface="+mn-cs"/>
                        </a:rPr>
                        <a:t>Excel/Csv/Xml/json</a:t>
                      </a:r>
                      <a:endParaRPr lang="zh-CN" altLang="en-US" sz="1050" kern="1200" dirty="0">
                        <a:solidFill>
                          <a:schemeClr val="dk1"/>
                        </a:solidFill>
                        <a:effectLst/>
                        <a:latin typeface="宋体" panose="02010600030101010101" pitchFamily="2" charset="-122"/>
                        <a:ea typeface="宋体" panose="02010600030101010101" pitchFamily="2" charset="-122"/>
                        <a:cs typeface="宋体" panose="02010600030101010101" pitchFamily="2" charset="-122"/>
                      </a:endParaRPr>
                    </a:p>
                  </a:txBody>
                  <a:tcPr marL="68580" marR="68580" marT="0" marB="0"/>
                </a:tc>
                <a:extLst>
                  <a:ext uri="{0D108BD9-81ED-4DB2-BD59-A6C34878D82A}">
                    <a16:rowId xmlns:a16="http://schemas.microsoft.com/office/drawing/2014/main" val="4141166080"/>
                  </a:ext>
                </a:extLst>
              </a:tr>
            </a:tbl>
          </a:graphicData>
        </a:graphic>
      </p:graphicFrame>
      <p:sp>
        <p:nvSpPr>
          <p:cNvPr id="7" name="文本框 6">
            <a:extLst>
              <a:ext uri="{FF2B5EF4-FFF2-40B4-BE49-F238E27FC236}">
                <a16:creationId xmlns:a16="http://schemas.microsoft.com/office/drawing/2014/main" id="{02D8355B-A28B-4F24-A9C5-30BCE2C0C2C9}"/>
              </a:ext>
            </a:extLst>
          </p:cNvPr>
          <p:cNvSpPr txBox="1"/>
          <p:nvPr/>
        </p:nvSpPr>
        <p:spPr>
          <a:xfrm>
            <a:off x="2195736" y="771550"/>
            <a:ext cx="4572000" cy="323165"/>
          </a:xfrm>
          <a:prstGeom prst="rect">
            <a:avLst/>
          </a:prstGeom>
          <a:noFill/>
        </p:spPr>
        <p:txBody>
          <a:bodyPr wrap="square">
            <a:spAutoFit/>
          </a:bodyPr>
          <a:lstStyle/>
          <a:p>
            <a:pPr algn="ctr">
              <a:lnSpc>
                <a:spcPts val="1800"/>
              </a:lnSpc>
              <a:spcAft>
                <a:spcPts val="600"/>
              </a:spcAft>
            </a:pPr>
            <a:r>
              <a:rPr lang="zh-CN" altLang="en-US" dirty="0">
                <a:latin typeface="Times New Roman" panose="02020603050405020304" pitchFamily="18" charset="0"/>
                <a:ea typeface="宋体" panose="02010600030101010101" pitchFamily="2" charset="-122"/>
                <a:cs typeface="Times New Roman" panose="02020603050405020304" pitchFamily="18" charset="0"/>
              </a:rPr>
              <a:t>教师角色</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功能点</a:t>
            </a:r>
            <a:endParaRPr lang="zh-CN" altLang="zh-CN" sz="2400" dirty="0">
              <a:effectLst/>
              <a:latin typeface="宋体" panose="02010600030101010101" pitchFamily="2" charset="-122"/>
              <a:ea typeface="宋体" panose="02010600030101010101" pitchFamily="2" charset="-122"/>
              <a:cs typeface="宋体" panose="02010600030101010101" pitchFamily="2" charset="-122"/>
            </a:endParaRPr>
          </a:p>
        </p:txBody>
      </p:sp>
    </p:spTree>
    <p:extLst>
      <p:ext uri="{BB962C8B-B14F-4D97-AF65-F5344CB8AC3E}">
        <p14:creationId xmlns:p14="http://schemas.microsoft.com/office/powerpoint/2010/main" val="421865823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randombar(horizontal)">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grpId="0"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checkerboard(across)">
                                      <p:cBhvr>
                                        <p:cTn id="12" dur="500"/>
                                        <p:tgtEl>
                                          <p:spTgt spid="7"/>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wipe(down)">
                                      <p:cBhvr>
                                        <p:cTn id="1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7"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9">
            <a:extLst>
              <a:ext uri="{FF2B5EF4-FFF2-40B4-BE49-F238E27FC236}">
                <a16:creationId xmlns:a16="http://schemas.microsoft.com/office/drawing/2014/main" id="{A457A972-2FAE-4E9D-A10D-8DC9693F9978}"/>
              </a:ext>
            </a:extLst>
          </p:cNvPr>
          <p:cNvSpPr txBox="1"/>
          <p:nvPr/>
        </p:nvSpPr>
        <p:spPr>
          <a:xfrm>
            <a:off x="592933" y="195486"/>
            <a:ext cx="2281394" cy="369332"/>
          </a:xfrm>
          <a:prstGeom prst="rect">
            <a:avLst/>
          </a:prstGeom>
          <a:noFill/>
        </p:spPr>
        <p:txBody>
          <a:bodyPr wrap="none" rtlCol="0">
            <a:spAutoFit/>
          </a:bodyPr>
          <a:lstStyle/>
          <a:p>
            <a:r>
              <a:rPr lang="zh-CN" altLang="en-US" b="1" dirty="0">
                <a:solidFill>
                  <a:srgbClr val="13436C"/>
                </a:solidFill>
                <a:latin typeface="微软雅黑" pitchFamily="34" charset="-122"/>
                <a:ea typeface="微软雅黑" pitchFamily="34" charset="-122"/>
              </a:rPr>
              <a:t>主要内容</a:t>
            </a:r>
            <a:r>
              <a:rPr lang="en-US" altLang="zh-CN" b="1" dirty="0">
                <a:solidFill>
                  <a:srgbClr val="13436C"/>
                </a:solidFill>
                <a:latin typeface="微软雅黑" pitchFamily="34" charset="-122"/>
                <a:ea typeface="微软雅黑" pitchFamily="34" charset="-122"/>
              </a:rPr>
              <a:t>—</a:t>
            </a:r>
            <a:r>
              <a:rPr lang="zh-CN" altLang="en-US" b="1" dirty="0">
                <a:solidFill>
                  <a:srgbClr val="13436C"/>
                </a:solidFill>
                <a:latin typeface="微软雅黑" pitchFamily="34" charset="-122"/>
                <a:ea typeface="微软雅黑" pitchFamily="34" charset="-122"/>
              </a:rPr>
              <a:t>系统功能</a:t>
            </a:r>
          </a:p>
        </p:txBody>
      </p:sp>
      <p:sp>
        <p:nvSpPr>
          <p:cNvPr id="9" name="文本框 8">
            <a:extLst>
              <a:ext uri="{FF2B5EF4-FFF2-40B4-BE49-F238E27FC236}">
                <a16:creationId xmlns:a16="http://schemas.microsoft.com/office/drawing/2014/main" id="{AE6F12B4-DD70-46B5-979D-4093CABE203C}"/>
              </a:ext>
            </a:extLst>
          </p:cNvPr>
          <p:cNvSpPr txBox="1"/>
          <p:nvPr/>
        </p:nvSpPr>
        <p:spPr>
          <a:xfrm>
            <a:off x="2286000" y="1203598"/>
            <a:ext cx="4572000" cy="323165"/>
          </a:xfrm>
          <a:prstGeom prst="rect">
            <a:avLst/>
          </a:prstGeom>
          <a:noFill/>
        </p:spPr>
        <p:txBody>
          <a:bodyPr wrap="square">
            <a:spAutoFit/>
          </a:bodyPr>
          <a:lstStyle/>
          <a:p>
            <a:pPr algn="ctr">
              <a:lnSpc>
                <a:spcPts val="1800"/>
              </a:lnSpc>
              <a:spcAft>
                <a:spcPts val="600"/>
              </a:spcAft>
            </a:pPr>
            <a:r>
              <a:rPr lang="zh-CN" altLang="en-US" dirty="0">
                <a:latin typeface="Times New Roman" panose="02020603050405020304" pitchFamily="18" charset="0"/>
                <a:ea typeface="宋体" panose="02010600030101010101" pitchFamily="2" charset="-122"/>
                <a:cs typeface="Times New Roman" panose="02020603050405020304" pitchFamily="18" charset="0"/>
              </a:rPr>
              <a:t>管理员角色</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功能点</a:t>
            </a:r>
            <a:endParaRPr lang="zh-CN" altLang="zh-CN" sz="2400" dirty="0">
              <a:effectLst/>
              <a:latin typeface="宋体" panose="02010600030101010101" pitchFamily="2" charset="-122"/>
              <a:ea typeface="宋体" panose="02010600030101010101" pitchFamily="2" charset="-122"/>
              <a:cs typeface="宋体" panose="02010600030101010101" pitchFamily="2" charset="-122"/>
            </a:endParaRPr>
          </a:p>
        </p:txBody>
      </p:sp>
      <p:graphicFrame>
        <p:nvGraphicFramePr>
          <p:cNvPr id="16" name="表格 15">
            <a:extLst>
              <a:ext uri="{FF2B5EF4-FFF2-40B4-BE49-F238E27FC236}">
                <a16:creationId xmlns:a16="http://schemas.microsoft.com/office/drawing/2014/main" id="{881FFB2D-5AB6-4E48-88CF-202BE50D41FB}"/>
              </a:ext>
            </a:extLst>
          </p:cNvPr>
          <p:cNvGraphicFramePr>
            <a:graphicFrameLocks noGrp="1"/>
          </p:cNvGraphicFramePr>
          <p:nvPr>
            <p:extLst>
              <p:ext uri="{D42A27DB-BD31-4B8C-83A1-F6EECF244321}">
                <p14:modId xmlns:p14="http://schemas.microsoft.com/office/powerpoint/2010/main" val="3780814551"/>
              </p:ext>
            </p:extLst>
          </p:nvPr>
        </p:nvGraphicFramePr>
        <p:xfrm>
          <a:off x="1799692" y="1851670"/>
          <a:ext cx="5544616" cy="2016224"/>
        </p:xfrm>
        <a:graphic>
          <a:graphicData uri="http://schemas.openxmlformats.org/drawingml/2006/table">
            <a:tbl>
              <a:tblPr firstRow="1" firstCol="1" bandRow="1">
                <a:tableStyleId>{5C22544A-7EE6-4342-B048-85BDC9FD1C3A}</a:tableStyleId>
              </a:tblPr>
              <a:tblGrid>
                <a:gridCol w="1775466">
                  <a:extLst>
                    <a:ext uri="{9D8B030D-6E8A-4147-A177-3AD203B41FA5}">
                      <a16:colId xmlns:a16="http://schemas.microsoft.com/office/drawing/2014/main" val="1627361260"/>
                    </a:ext>
                  </a:extLst>
                </a:gridCol>
                <a:gridCol w="3769150">
                  <a:extLst>
                    <a:ext uri="{9D8B030D-6E8A-4147-A177-3AD203B41FA5}">
                      <a16:colId xmlns:a16="http://schemas.microsoft.com/office/drawing/2014/main" val="2773615674"/>
                    </a:ext>
                  </a:extLst>
                </a:gridCol>
              </a:tblGrid>
              <a:tr h="475581">
                <a:tc>
                  <a:txBody>
                    <a:bodyPr/>
                    <a:lstStyle/>
                    <a:p>
                      <a:pPr algn="ctr"/>
                      <a:r>
                        <a:rPr lang="zh-CN" sz="1050" dirty="0">
                          <a:effectLst/>
                        </a:rPr>
                        <a:t>功能点</a:t>
                      </a:r>
                      <a:endParaRPr lang="zh-CN" sz="1200" dirty="0">
                        <a:effectLst/>
                        <a:latin typeface="宋体" panose="02010600030101010101" pitchFamily="2" charset="-122"/>
                        <a:ea typeface="宋体" panose="02010600030101010101" pitchFamily="2" charset="-122"/>
                        <a:cs typeface="宋体" panose="02010600030101010101" pitchFamily="2" charset="-122"/>
                      </a:endParaRPr>
                    </a:p>
                  </a:txBody>
                  <a:tcPr marL="68580" marR="68580" marT="0" marB="0" anchor="ctr"/>
                </a:tc>
                <a:tc>
                  <a:txBody>
                    <a:bodyPr/>
                    <a:lstStyle/>
                    <a:p>
                      <a:pPr algn="ctr"/>
                      <a:r>
                        <a:rPr lang="zh-CN" altLang="en-US" sz="1050" dirty="0">
                          <a:effectLst/>
                          <a:latin typeface="宋体" panose="02010600030101010101" pitchFamily="2" charset="-122"/>
                          <a:ea typeface="宋体" panose="02010600030101010101" pitchFamily="2" charset="-122"/>
                          <a:cs typeface="宋体" panose="02010600030101010101" pitchFamily="2" charset="-122"/>
                        </a:rPr>
                        <a:t>说明</a:t>
                      </a:r>
                      <a:endParaRPr lang="zh-CN" sz="1200" dirty="0">
                        <a:effectLst/>
                        <a:latin typeface="宋体" panose="02010600030101010101" pitchFamily="2" charset="-122"/>
                        <a:ea typeface="宋体" panose="02010600030101010101" pitchFamily="2" charset="-122"/>
                        <a:cs typeface="宋体" panose="02010600030101010101" pitchFamily="2" charset="-122"/>
                      </a:endParaRPr>
                    </a:p>
                  </a:txBody>
                  <a:tcPr marL="68580" marR="68580" marT="0" marB="0" anchor="ctr"/>
                </a:tc>
                <a:extLst>
                  <a:ext uri="{0D108BD9-81ED-4DB2-BD59-A6C34878D82A}">
                    <a16:rowId xmlns:a16="http://schemas.microsoft.com/office/drawing/2014/main" val="1001085010"/>
                  </a:ext>
                </a:extLst>
              </a:tr>
              <a:tr h="532531">
                <a:tc>
                  <a:txBody>
                    <a:bodyPr/>
                    <a:lstStyle/>
                    <a:p>
                      <a:pPr marL="0" algn="ctr" defTabSz="914400" rtl="0" eaLnBrk="1" latinLnBrk="0" hangingPunct="1"/>
                      <a:r>
                        <a:rPr lang="zh-CN" altLang="en-US" sz="1050" b="1" kern="1200" dirty="0">
                          <a:solidFill>
                            <a:schemeClr val="lt1"/>
                          </a:solidFill>
                          <a:effectLst/>
                          <a:latin typeface="宋体" panose="02010600030101010101" pitchFamily="2" charset="-122"/>
                          <a:ea typeface="宋体" panose="02010600030101010101" pitchFamily="2" charset="-122"/>
                          <a:cs typeface="宋体" panose="02010600030101010101" pitchFamily="2" charset="-122"/>
                        </a:rPr>
                        <a:t>用户管理</a:t>
                      </a:r>
                    </a:p>
                  </a:txBody>
                  <a:tcPr marL="68580" marR="68580" marT="0" marB="0" anchor="ctr"/>
                </a:tc>
                <a:tc>
                  <a:txBody>
                    <a:bodyPr/>
                    <a:lstStyle/>
                    <a:p>
                      <a:pPr marL="0" algn="ctr" defTabSz="914400" rtl="0" eaLnBrk="1" latinLnBrk="0" hangingPunct="1"/>
                      <a:r>
                        <a:rPr lang="zh-CN" altLang="en-US" sz="1200" kern="1200" dirty="0">
                          <a:solidFill>
                            <a:schemeClr val="dk1"/>
                          </a:solidFill>
                          <a:effectLst/>
                          <a:latin typeface="宋体" panose="02010600030101010101" pitchFamily="2" charset="-122"/>
                          <a:ea typeface="宋体" panose="02010600030101010101" pitchFamily="2" charset="-122"/>
                          <a:cs typeface="宋体" panose="02010600030101010101" pitchFamily="2" charset="-122"/>
                        </a:rPr>
                        <a:t>可以添加用户、修改用户、修改用户角色、禁用与启用账号等</a:t>
                      </a:r>
                    </a:p>
                  </a:txBody>
                  <a:tcPr marL="68580" marR="68580" marT="0" marB="0" anchor="ctr"/>
                </a:tc>
                <a:extLst>
                  <a:ext uri="{0D108BD9-81ED-4DB2-BD59-A6C34878D82A}">
                    <a16:rowId xmlns:a16="http://schemas.microsoft.com/office/drawing/2014/main" val="3835746524"/>
                  </a:ext>
                </a:extLst>
              </a:tr>
              <a:tr h="532531">
                <a:tc>
                  <a:txBody>
                    <a:bodyPr/>
                    <a:lstStyle/>
                    <a:p>
                      <a:pPr marL="0" algn="ctr" defTabSz="914400" rtl="0" eaLnBrk="1" latinLnBrk="0" hangingPunct="1"/>
                      <a:r>
                        <a:rPr lang="zh-CN" altLang="zh-CN" sz="1050" b="1" kern="1200" dirty="0">
                          <a:solidFill>
                            <a:schemeClr val="lt1"/>
                          </a:solidFill>
                          <a:effectLst/>
                          <a:latin typeface="宋体" panose="02010600030101010101" pitchFamily="2" charset="-122"/>
                          <a:ea typeface="宋体" panose="02010600030101010101" pitchFamily="2" charset="-122"/>
                          <a:cs typeface="+mn-cs"/>
                        </a:rPr>
                        <a:t>角色管理</a:t>
                      </a:r>
                      <a:endParaRPr lang="zh-CN" altLang="en-US" sz="1050" b="1" kern="1200" dirty="0">
                        <a:solidFill>
                          <a:schemeClr val="lt1"/>
                        </a:solidFill>
                        <a:effectLst/>
                        <a:latin typeface="宋体" panose="02010600030101010101" pitchFamily="2" charset="-122"/>
                        <a:ea typeface="宋体" panose="02010600030101010101" pitchFamily="2" charset="-122"/>
                        <a:cs typeface="宋体" panose="02010600030101010101" pitchFamily="2" charset="-122"/>
                      </a:endParaRPr>
                    </a:p>
                  </a:txBody>
                  <a:tcPr marL="68580" marR="68580" marT="0" marB="0" anchor="ctr"/>
                </a:tc>
                <a:tc>
                  <a:txBody>
                    <a:bodyPr/>
                    <a:lstStyle/>
                    <a:p>
                      <a:pPr marL="0" algn="ctr" defTabSz="914400" rtl="0" eaLnBrk="1" latinLnBrk="0" hangingPunct="1"/>
                      <a:r>
                        <a:rPr lang="zh-CN" altLang="zh-CN" sz="1200" kern="1200" dirty="0">
                          <a:solidFill>
                            <a:schemeClr val="dk1"/>
                          </a:solidFill>
                          <a:effectLst/>
                          <a:latin typeface="宋体" panose="02010600030101010101" pitchFamily="2" charset="-122"/>
                          <a:ea typeface="宋体" panose="02010600030101010101" pitchFamily="2" charset="-122"/>
                          <a:cs typeface="+mn-cs"/>
                        </a:rPr>
                        <a:t>新增角色并对此角色的权限进行设置并且可以对选定角色的权限进行修改操作</a:t>
                      </a:r>
                      <a:endParaRPr lang="zh-CN" altLang="en-US" sz="1200" kern="1200" dirty="0">
                        <a:solidFill>
                          <a:schemeClr val="dk1"/>
                        </a:solidFill>
                        <a:effectLst/>
                        <a:latin typeface="宋体" panose="02010600030101010101" pitchFamily="2" charset="-122"/>
                        <a:ea typeface="宋体" panose="02010600030101010101" pitchFamily="2" charset="-122"/>
                        <a:cs typeface="宋体" panose="02010600030101010101" pitchFamily="2" charset="-122"/>
                      </a:endParaRPr>
                    </a:p>
                  </a:txBody>
                  <a:tcPr marL="68580" marR="68580" marT="0" marB="0" anchor="ctr"/>
                </a:tc>
                <a:extLst>
                  <a:ext uri="{0D108BD9-81ED-4DB2-BD59-A6C34878D82A}">
                    <a16:rowId xmlns:a16="http://schemas.microsoft.com/office/drawing/2014/main" val="56453578"/>
                  </a:ext>
                </a:extLst>
              </a:tr>
              <a:tr h="475581">
                <a:tc>
                  <a:txBody>
                    <a:bodyPr/>
                    <a:lstStyle/>
                    <a:p>
                      <a:pPr marL="0" algn="ctr" defTabSz="914400" rtl="0" eaLnBrk="1" latinLnBrk="0" hangingPunct="1"/>
                      <a:r>
                        <a:rPr lang="zh-CN" altLang="zh-CN" sz="1050" b="1" kern="1200" dirty="0">
                          <a:solidFill>
                            <a:schemeClr val="lt1"/>
                          </a:solidFill>
                          <a:effectLst/>
                          <a:latin typeface="宋体" panose="02010600030101010101" pitchFamily="2" charset="-122"/>
                          <a:ea typeface="宋体" panose="02010600030101010101" pitchFamily="2" charset="-122"/>
                          <a:cs typeface="+mn-cs"/>
                        </a:rPr>
                        <a:t>日志管理</a:t>
                      </a:r>
                      <a:endParaRPr lang="zh-CN" altLang="en-US" sz="1050" b="1" kern="1200" dirty="0">
                        <a:solidFill>
                          <a:schemeClr val="lt1"/>
                        </a:solidFill>
                        <a:effectLst/>
                        <a:latin typeface="宋体" panose="02010600030101010101" pitchFamily="2" charset="-122"/>
                        <a:ea typeface="宋体" panose="02010600030101010101" pitchFamily="2" charset="-122"/>
                        <a:cs typeface="宋体" panose="02010600030101010101" pitchFamily="2" charset="-122"/>
                      </a:endParaRPr>
                    </a:p>
                  </a:txBody>
                  <a:tcPr marL="68580" marR="68580" marT="0" marB="0" anchor="ctr"/>
                </a:tc>
                <a:tc>
                  <a:txBody>
                    <a:bodyPr/>
                    <a:lstStyle/>
                    <a:p>
                      <a:pPr marL="0" algn="ctr" defTabSz="914400" rtl="0" eaLnBrk="1" latinLnBrk="0" hangingPunct="1"/>
                      <a:r>
                        <a:rPr lang="zh-CN" altLang="zh-CN" sz="1200" kern="1200" dirty="0">
                          <a:solidFill>
                            <a:schemeClr val="dk1"/>
                          </a:solidFill>
                          <a:effectLst/>
                          <a:latin typeface="宋体" panose="02010600030101010101" pitchFamily="2" charset="-122"/>
                          <a:ea typeface="宋体" panose="02010600030101010101" pitchFamily="2" charset="-122"/>
                          <a:cs typeface="+mn-cs"/>
                        </a:rPr>
                        <a:t>查看系统行为日志，删除系统日志</a:t>
                      </a:r>
                      <a:endParaRPr lang="zh-CN" altLang="en-US" sz="1200" kern="1200" dirty="0">
                        <a:solidFill>
                          <a:schemeClr val="dk1"/>
                        </a:solidFill>
                        <a:effectLst/>
                        <a:latin typeface="宋体" panose="02010600030101010101" pitchFamily="2" charset="-122"/>
                        <a:ea typeface="宋体" panose="02010600030101010101" pitchFamily="2" charset="-122"/>
                        <a:cs typeface="宋体" panose="02010600030101010101" pitchFamily="2" charset="-122"/>
                      </a:endParaRPr>
                    </a:p>
                  </a:txBody>
                  <a:tcPr marL="68580" marR="68580" marT="0" marB="0" anchor="ctr"/>
                </a:tc>
                <a:extLst>
                  <a:ext uri="{0D108BD9-81ED-4DB2-BD59-A6C34878D82A}">
                    <a16:rowId xmlns:a16="http://schemas.microsoft.com/office/drawing/2014/main" val="3183265703"/>
                  </a:ext>
                </a:extLst>
              </a:tr>
            </a:tbl>
          </a:graphicData>
        </a:graphic>
      </p:graphicFrame>
    </p:spTree>
    <p:extLst>
      <p:ext uri="{BB962C8B-B14F-4D97-AF65-F5344CB8AC3E}">
        <p14:creationId xmlns:p14="http://schemas.microsoft.com/office/powerpoint/2010/main" val="88178390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randombar(horizontal)">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grpId="0" nodeType="click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barn(inVertical)">
                                      <p:cBhvr>
                                        <p:cTn id="12" dur="500"/>
                                        <p:tgtEl>
                                          <p:spTgt spid="9"/>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21" fill="hold" nodeType="clickEffect">
                                  <p:stCondLst>
                                    <p:cond delay="0"/>
                                  </p:stCondLst>
                                  <p:childTnLst>
                                    <p:set>
                                      <p:cBhvr>
                                        <p:cTn id="16" dur="1" fill="hold">
                                          <p:stCondLst>
                                            <p:cond delay="0"/>
                                          </p:stCondLst>
                                        </p:cTn>
                                        <p:tgtEl>
                                          <p:spTgt spid="16"/>
                                        </p:tgtEl>
                                        <p:attrNameLst>
                                          <p:attrName>style.visibility</p:attrName>
                                        </p:attrNameLst>
                                      </p:cBhvr>
                                      <p:to>
                                        <p:strVal val="visible"/>
                                      </p:to>
                                    </p:set>
                                    <p:animEffect transition="in" filter="barn(inVertical)">
                                      <p:cBhvr>
                                        <p:cTn id="17"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9"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9">
            <a:extLst>
              <a:ext uri="{FF2B5EF4-FFF2-40B4-BE49-F238E27FC236}">
                <a16:creationId xmlns:a16="http://schemas.microsoft.com/office/drawing/2014/main" id="{AC107884-DCC1-4CD0-85E9-5FC5CB20F16A}"/>
              </a:ext>
            </a:extLst>
          </p:cNvPr>
          <p:cNvSpPr txBox="1"/>
          <p:nvPr/>
        </p:nvSpPr>
        <p:spPr>
          <a:xfrm>
            <a:off x="618246" y="194456"/>
            <a:ext cx="2281394" cy="369332"/>
          </a:xfrm>
          <a:prstGeom prst="rect">
            <a:avLst/>
          </a:prstGeom>
          <a:noFill/>
        </p:spPr>
        <p:txBody>
          <a:bodyPr wrap="none" rtlCol="0">
            <a:spAutoFit/>
          </a:bodyPr>
          <a:lstStyle/>
          <a:p>
            <a:r>
              <a:rPr lang="zh-CN" altLang="en-US" b="1" dirty="0">
                <a:solidFill>
                  <a:srgbClr val="13436C"/>
                </a:solidFill>
                <a:latin typeface="微软雅黑" pitchFamily="34" charset="-122"/>
                <a:ea typeface="微软雅黑" pitchFamily="34" charset="-122"/>
              </a:rPr>
              <a:t>主要内容</a:t>
            </a:r>
            <a:r>
              <a:rPr lang="en-US" altLang="zh-CN" b="1" dirty="0">
                <a:solidFill>
                  <a:srgbClr val="13436C"/>
                </a:solidFill>
                <a:latin typeface="微软雅黑" pitchFamily="34" charset="-122"/>
                <a:ea typeface="微软雅黑" pitchFamily="34" charset="-122"/>
              </a:rPr>
              <a:t>—</a:t>
            </a:r>
            <a:r>
              <a:rPr lang="zh-CN" altLang="en-US" b="1" dirty="0">
                <a:solidFill>
                  <a:srgbClr val="13436C"/>
                </a:solidFill>
                <a:latin typeface="微软雅黑" pitchFamily="34" charset="-122"/>
                <a:ea typeface="微软雅黑" pitchFamily="34" charset="-122"/>
              </a:rPr>
              <a:t>系统规划</a:t>
            </a:r>
          </a:p>
        </p:txBody>
      </p:sp>
      <p:pic>
        <p:nvPicPr>
          <p:cNvPr id="6" name="图片 5">
            <a:extLst>
              <a:ext uri="{FF2B5EF4-FFF2-40B4-BE49-F238E27FC236}">
                <a16:creationId xmlns:a16="http://schemas.microsoft.com/office/drawing/2014/main" id="{A7F9D8E0-2841-4A0B-ACE8-1CD0CB4F5272}"/>
              </a:ext>
            </a:extLst>
          </p:cNvPr>
          <p:cNvPicPr>
            <a:picLocks noChangeAspect="1"/>
          </p:cNvPicPr>
          <p:nvPr/>
        </p:nvPicPr>
        <p:blipFill>
          <a:blip r:embed="rId2"/>
          <a:stretch>
            <a:fillRect/>
          </a:stretch>
        </p:blipFill>
        <p:spPr>
          <a:xfrm>
            <a:off x="0" y="807678"/>
            <a:ext cx="9144000" cy="3528144"/>
          </a:xfrm>
          <a:prstGeom prst="rect">
            <a:avLst/>
          </a:prstGeom>
        </p:spPr>
      </p:pic>
    </p:spTree>
    <p:extLst>
      <p:ext uri="{BB962C8B-B14F-4D97-AF65-F5344CB8AC3E}">
        <p14:creationId xmlns:p14="http://schemas.microsoft.com/office/powerpoint/2010/main" val="239538601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4" presetClass="entr" presetSubtype="10"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randombar(horizontal)">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Rectangle 1"/>
          <p:cNvSpPr/>
          <p:nvPr/>
        </p:nvSpPr>
        <p:spPr>
          <a:xfrm rot="16200000">
            <a:off x="4010776" y="600531"/>
            <a:ext cx="1770522" cy="3816423"/>
          </a:xfrm>
          <a:prstGeom prst="rect">
            <a:avLst/>
          </a:prstGeom>
          <a:solidFill>
            <a:srgbClr val="13436C"/>
          </a:solidFill>
          <a:ln w="19050">
            <a:solidFill>
              <a:schemeClr val="accent1"/>
            </a:solidFill>
          </a:ln>
        </p:spPr>
        <p:style>
          <a:lnRef idx="1">
            <a:schemeClr val="accent1"/>
          </a:lnRef>
          <a:fillRef idx="0">
            <a:schemeClr val="accent1"/>
          </a:fillRef>
          <a:effectRef idx="0">
            <a:schemeClr val="accent1"/>
          </a:effectRef>
          <a:fontRef idx="minor">
            <a:schemeClr val="tx1"/>
          </a:fontRef>
        </p:style>
        <p:txBody>
          <a:bodyPr wrap="square" tIns="2160000" anchor="t" anchorCtr="1">
            <a:normAutofit/>
          </a:bodyPr>
          <a:lstStyle/>
          <a:p>
            <a:pPr algn="ctr">
              <a:lnSpc>
                <a:spcPct val="120000"/>
              </a:lnSpc>
            </a:pPr>
            <a:endParaRPr lang="zh-CN" altLang="en-US" sz="1100" dirty="0"/>
          </a:p>
        </p:txBody>
      </p:sp>
      <p:sp>
        <p:nvSpPr>
          <p:cNvPr id="14" name="TextBox 2"/>
          <p:cNvSpPr txBox="1"/>
          <p:nvPr/>
        </p:nvSpPr>
        <p:spPr>
          <a:xfrm>
            <a:off x="899592" y="1814586"/>
            <a:ext cx="2160240" cy="2016223"/>
          </a:xfrm>
          <a:prstGeom prst="rect">
            <a:avLst/>
          </a:prstGeom>
          <a:noFill/>
        </p:spPr>
        <p:txBody>
          <a:bodyPr wrap="square" lIns="0" tIns="0" rIns="0" bIns="0">
            <a:normAutofit fontScale="85000" lnSpcReduction="20000"/>
          </a:bodyPr>
          <a:lstStyle/>
          <a:p>
            <a:r>
              <a:rPr lang="en-US" altLang="zh-CN" sz="19200" dirty="0">
                <a:solidFill>
                  <a:srgbClr val="13436C"/>
                </a:solidFill>
                <a:latin typeface="Bernard MT Condensed" panose="02050806060905020404" pitchFamily="18" charset="0"/>
              </a:rPr>
              <a:t>05</a:t>
            </a:r>
            <a:endParaRPr lang="zh-CN" altLang="en-US" sz="19200" dirty="0">
              <a:solidFill>
                <a:srgbClr val="13436C"/>
              </a:solidFill>
              <a:latin typeface="Bernard MT Condensed" panose="02050806060905020404" pitchFamily="18" charset="0"/>
            </a:endParaRPr>
          </a:p>
        </p:txBody>
      </p:sp>
      <p:sp>
        <p:nvSpPr>
          <p:cNvPr id="11" name="TextBox 40"/>
          <p:cNvSpPr txBox="1"/>
          <p:nvPr/>
        </p:nvSpPr>
        <p:spPr>
          <a:xfrm>
            <a:off x="4139954" y="2154470"/>
            <a:ext cx="1944216" cy="708544"/>
          </a:xfrm>
          <a:prstGeom prst="rect">
            <a:avLst/>
          </a:prstGeom>
          <a:noFill/>
        </p:spPr>
        <p:txBody>
          <a:bodyPr wrap="none" lIns="0" tIns="0" rIns="0" bIns="0" anchor="ctr" anchorCtr="0">
            <a:normAutofit/>
          </a:bodyPr>
          <a:lstStyle/>
          <a:p>
            <a:r>
              <a:rPr lang="zh-CN" altLang="en-US" sz="2800" b="1" dirty="0">
                <a:solidFill>
                  <a:schemeClr val="bg1"/>
                </a:solidFill>
              </a:rPr>
              <a:t>开发环境</a:t>
            </a:r>
          </a:p>
        </p:txBody>
      </p:sp>
    </p:spTree>
    <p:extLst>
      <p:ext uri="{BB962C8B-B14F-4D97-AF65-F5344CB8AC3E}">
        <p14:creationId xmlns:p14="http://schemas.microsoft.com/office/powerpoint/2010/main" val="247948379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afterEffect">
                                  <p:stCondLst>
                                    <p:cond delay="0"/>
                                  </p:stCondLst>
                                  <p:childTnLst>
                                    <p:set>
                                      <p:cBhvr>
                                        <p:cTn id="6" dur="1" fill="hold">
                                          <p:stCondLst>
                                            <p:cond delay="0"/>
                                          </p:stCondLst>
                                        </p:cTn>
                                        <p:tgtEl>
                                          <p:spTgt spid="14"/>
                                        </p:tgtEl>
                                        <p:attrNameLst>
                                          <p:attrName>style.visibility</p:attrName>
                                        </p:attrNameLst>
                                      </p:cBhvr>
                                      <p:to>
                                        <p:strVal val="visible"/>
                                      </p:to>
                                    </p:set>
                                    <p:anim calcmode="lin" valueType="num">
                                      <p:cBhvr>
                                        <p:cTn id="7" dur="500" fill="hold"/>
                                        <p:tgtEl>
                                          <p:spTgt spid="14"/>
                                        </p:tgtEl>
                                        <p:attrNameLst>
                                          <p:attrName>ppt_w</p:attrName>
                                        </p:attrNameLst>
                                      </p:cBhvr>
                                      <p:tavLst>
                                        <p:tav tm="0">
                                          <p:val>
                                            <p:fltVal val="0"/>
                                          </p:val>
                                        </p:tav>
                                        <p:tav tm="100000">
                                          <p:val>
                                            <p:strVal val="#ppt_w"/>
                                          </p:val>
                                        </p:tav>
                                      </p:tavLst>
                                    </p:anim>
                                    <p:anim calcmode="lin" valueType="num">
                                      <p:cBhvr>
                                        <p:cTn id="8" dur="500" fill="hold"/>
                                        <p:tgtEl>
                                          <p:spTgt spid="14"/>
                                        </p:tgtEl>
                                        <p:attrNameLst>
                                          <p:attrName>ppt_h</p:attrName>
                                        </p:attrNameLst>
                                      </p:cBhvr>
                                      <p:tavLst>
                                        <p:tav tm="0">
                                          <p:val>
                                            <p:fltVal val="0"/>
                                          </p:val>
                                        </p:tav>
                                        <p:tav tm="100000">
                                          <p:val>
                                            <p:strVal val="#ppt_h"/>
                                          </p:val>
                                        </p:tav>
                                      </p:tavLst>
                                    </p:anim>
                                    <p:animEffect transition="in" filter="fade">
                                      <p:cBhvr>
                                        <p:cTn id="9" dur="500"/>
                                        <p:tgtEl>
                                          <p:spTgt spid="14"/>
                                        </p:tgtEl>
                                      </p:cBhvr>
                                    </p:animEffect>
                                  </p:childTnLst>
                                </p:cTn>
                              </p:par>
                            </p:childTnLst>
                          </p:cTn>
                        </p:par>
                        <p:par>
                          <p:cTn id="10" fill="hold">
                            <p:stCondLst>
                              <p:cond delay="500"/>
                            </p:stCondLst>
                            <p:childTnLst>
                              <p:par>
                                <p:cTn id="11" presetID="22" presetClass="entr" presetSubtype="2" fill="hold" grpId="0" nodeType="afterEffect">
                                  <p:stCondLst>
                                    <p:cond delay="0"/>
                                  </p:stCondLst>
                                  <p:childTnLst>
                                    <p:set>
                                      <p:cBhvr>
                                        <p:cTn id="12" dur="1" fill="hold">
                                          <p:stCondLst>
                                            <p:cond delay="0"/>
                                          </p:stCondLst>
                                        </p:cTn>
                                        <p:tgtEl>
                                          <p:spTgt spid="13"/>
                                        </p:tgtEl>
                                        <p:attrNameLst>
                                          <p:attrName>style.visibility</p:attrName>
                                        </p:attrNameLst>
                                      </p:cBhvr>
                                      <p:to>
                                        <p:strVal val="visible"/>
                                      </p:to>
                                    </p:set>
                                    <p:animEffect transition="in" filter="wipe(right)">
                                      <p:cBhvr>
                                        <p:cTn id="13" dur="500"/>
                                        <p:tgtEl>
                                          <p:spTgt spid="13"/>
                                        </p:tgtEl>
                                      </p:cBhvr>
                                    </p:animEffect>
                                  </p:childTnLst>
                                </p:cTn>
                              </p:par>
                            </p:childTnLst>
                          </p:cTn>
                        </p:par>
                        <p:par>
                          <p:cTn id="14" fill="hold">
                            <p:stCondLst>
                              <p:cond delay="1000"/>
                            </p:stCondLst>
                            <p:childTnLst>
                              <p:par>
                                <p:cTn id="15" presetID="53" presetClass="entr" presetSubtype="16" fill="hold" grpId="0" nodeType="afterEffect">
                                  <p:stCondLst>
                                    <p:cond delay="0"/>
                                  </p:stCondLst>
                                  <p:childTnLst>
                                    <p:set>
                                      <p:cBhvr>
                                        <p:cTn id="16" dur="1" fill="hold">
                                          <p:stCondLst>
                                            <p:cond delay="0"/>
                                          </p:stCondLst>
                                        </p:cTn>
                                        <p:tgtEl>
                                          <p:spTgt spid="11"/>
                                        </p:tgtEl>
                                        <p:attrNameLst>
                                          <p:attrName>style.visibility</p:attrName>
                                        </p:attrNameLst>
                                      </p:cBhvr>
                                      <p:to>
                                        <p:strVal val="visible"/>
                                      </p:to>
                                    </p:set>
                                    <p:anim calcmode="lin" valueType="num">
                                      <p:cBhvr>
                                        <p:cTn id="17" dur="500" fill="hold"/>
                                        <p:tgtEl>
                                          <p:spTgt spid="11"/>
                                        </p:tgtEl>
                                        <p:attrNameLst>
                                          <p:attrName>ppt_w</p:attrName>
                                        </p:attrNameLst>
                                      </p:cBhvr>
                                      <p:tavLst>
                                        <p:tav tm="0">
                                          <p:val>
                                            <p:fltVal val="0"/>
                                          </p:val>
                                        </p:tav>
                                        <p:tav tm="100000">
                                          <p:val>
                                            <p:strVal val="#ppt_w"/>
                                          </p:val>
                                        </p:tav>
                                      </p:tavLst>
                                    </p:anim>
                                    <p:anim calcmode="lin" valueType="num">
                                      <p:cBhvr>
                                        <p:cTn id="18" dur="500" fill="hold"/>
                                        <p:tgtEl>
                                          <p:spTgt spid="11"/>
                                        </p:tgtEl>
                                        <p:attrNameLst>
                                          <p:attrName>ppt_h</p:attrName>
                                        </p:attrNameLst>
                                      </p:cBhvr>
                                      <p:tavLst>
                                        <p:tav tm="0">
                                          <p:val>
                                            <p:fltVal val="0"/>
                                          </p:val>
                                        </p:tav>
                                        <p:tav tm="100000">
                                          <p:val>
                                            <p:strVal val="#ppt_h"/>
                                          </p:val>
                                        </p:tav>
                                      </p:tavLst>
                                    </p:anim>
                                    <p:animEffect transition="in" filter="fade">
                                      <p:cBhvr>
                                        <p:cTn id="19"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14" grpId="0"/>
      <p:bldP spid="11"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文本框 19"/>
          <p:cNvSpPr txBox="1"/>
          <p:nvPr/>
        </p:nvSpPr>
        <p:spPr>
          <a:xfrm>
            <a:off x="555256" y="147907"/>
            <a:ext cx="1107996" cy="369332"/>
          </a:xfrm>
          <a:prstGeom prst="rect">
            <a:avLst/>
          </a:prstGeom>
          <a:noFill/>
        </p:spPr>
        <p:txBody>
          <a:bodyPr wrap="none" rtlCol="0">
            <a:spAutoFit/>
          </a:bodyPr>
          <a:lstStyle/>
          <a:p>
            <a:r>
              <a:rPr lang="zh-CN" altLang="en-US" b="1" dirty="0">
                <a:solidFill>
                  <a:srgbClr val="13436C"/>
                </a:solidFill>
                <a:latin typeface="微软雅黑" pitchFamily="34" charset="-122"/>
                <a:ea typeface="微软雅黑" pitchFamily="34" charset="-122"/>
              </a:rPr>
              <a:t>开发环境</a:t>
            </a:r>
          </a:p>
        </p:txBody>
      </p:sp>
      <p:sp>
        <p:nvSpPr>
          <p:cNvPr id="2" name="文本框 1">
            <a:extLst>
              <a:ext uri="{FF2B5EF4-FFF2-40B4-BE49-F238E27FC236}">
                <a16:creationId xmlns:a16="http://schemas.microsoft.com/office/drawing/2014/main" id="{54A1D8EA-5B53-4AFE-B8C1-B7172B75C081}"/>
              </a:ext>
            </a:extLst>
          </p:cNvPr>
          <p:cNvSpPr txBox="1"/>
          <p:nvPr/>
        </p:nvSpPr>
        <p:spPr>
          <a:xfrm>
            <a:off x="1547664" y="987574"/>
            <a:ext cx="6048672" cy="3016210"/>
          </a:xfrm>
          <a:prstGeom prst="rect">
            <a:avLst/>
          </a:prstGeom>
          <a:noFill/>
        </p:spPr>
        <p:txBody>
          <a:bodyPr wrap="square" lIns="0" tIns="0" rIns="0" bIns="0" rtlCol="0">
            <a:spAutoFit/>
          </a:bodyPr>
          <a:lstStyle/>
          <a:p>
            <a:r>
              <a:rPr lang="zh-CN" altLang="en-US" sz="2800" b="1" dirty="0">
                <a:solidFill>
                  <a:schemeClr val="accent6"/>
                </a:solidFill>
                <a:latin typeface="微软雅黑" pitchFamily="34" charset="-122"/>
                <a:ea typeface="微软雅黑" pitchFamily="34" charset="-122"/>
              </a:rPr>
              <a:t>语言</a:t>
            </a:r>
            <a:r>
              <a:rPr lang="en-US" altLang="zh-CN" sz="2800" b="1" dirty="0">
                <a:solidFill>
                  <a:schemeClr val="accent6"/>
                </a:solidFill>
                <a:latin typeface="微软雅黑" pitchFamily="34" charset="-122"/>
                <a:ea typeface="微软雅黑" pitchFamily="34" charset="-122"/>
              </a:rPr>
              <a:t>: Python</a:t>
            </a:r>
          </a:p>
          <a:p>
            <a:r>
              <a:rPr lang="zh-CN" altLang="en-US" sz="2800" b="1" dirty="0">
                <a:solidFill>
                  <a:schemeClr val="accent6"/>
                </a:solidFill>
                <a:latin typeface="微软雅黑" pitchFamily="34" charset="-122"/>
                <a:ea typeface="微软雅黑" pitchFamily="34" charset="-122"/>
              </a:rPr>
              <a:t>架构</a:t>
            </a:r>
            <a:r>
              <a:rPr lang="en-US" altLang="zh-CN" sz="2800" b="1" dirty="0">
                <a:solidFill>
                  <a:schemeClr val="accent6"/>
                </a:solidFill>
                <a:latin typeface="微软雅黑" pitchFamily="34" charset="-122"/>
                <a:ea typeface="微软雅黑" pitchFamily="34" charset="-122"/>
              </a:rPr>
              <a:t>: Vue + Django + </a:t>
            </a:r>
            <a:r>
              <a:rPr lang="en-US" altLang="zh-CN" sz="2800" b="1" dirty="0" err="1">
                <a:solidFill>
                  <a:schemeClr val="accent6"/>
                </a:solidFill>
                <a:latin typeface="微软雅黑" pitchFamily="34" charset="-122"/>
                <a:ea typeface="微软雅黑" pitchFamily="34" charset="-122"/>
              </a:rPr>
              <a:t>Sqlite</a:t>
            </a:r>
            <a:endParaRPr lang="en-US" altLang="zh-CN" sz="2800" b="1" dirty="0">
              <a:solidFill>
                <a:schemeClr val="accent6"/>
              </a:solidFill>
              <a:latin typeface="微软雅黑" pitchFamily="34" charset="-122"/>
              <a:ea typeface="微软雅黑" pitchFamily="34" charset="-122"/>
            </a:endParaRPr>
          </a:p>
          <a:p>
            <a:r>
              <a:rPr lang="en-US" altLang="zh-CN" sz="2800" b="1" dirty="0">
                <a:solidFill>
                  <a:schemeClr val="accent6"/>
                </a:solidFill>
                <a:latin typeface="微软雅黑" pitchFamily="34" charset="-122"/>
                <a:ea typeface="微软雅黑" pitchFamily="34" charset="-122"/>
              </a:rPr>
              <a:t>Web</a:t>
            </a:r>
            <a:r>
              <a:rPr lang="zh-CN" altLang="en-US" sz="2800" b="1" dirty="0">
                <a:solidFill>
                  <a:schemeClr val="accent6"/>
                </a:solidFill>
                <a:latin typeface="微软雅黑" pitchFamily="34" charset="-122"/>
                <a:ea typeface="微软雅黑" pitchFamily="34" charset="-122"/>
              </a:rPr>
              <a:t>服务器</a:t>
            </a:r>
            <a:r>
              <a:rPr lang="en-US" altLang="zh-CN" sz="2800" b="1" dirty="0">
                <a:solidFill>
                  <a:schemeClr val="accent6"/>
                </a:solidFill>
                <a:latin typeface="微软雅黑" pitchFamily="34" charset="-122"/>
                <a:ea typeface="微软雅黑" pitchFamily="34" charset="-122"/>
              </a:rPr>
              <a:t>: Docker</a:t>
            </a:r>
            <a:r>
              <a:rPr lang="zh-CN" altLang="en-US" sz="2800" b="1" dirty="0">
                <a:solidFill>
                  <a:schemeClr val="accent6"/>
                </a:solidFill>
                <a:latin typeface="微软雅黑" pitchFamily="34" charset="-122"/>
                <a:ea typeface="微软雅黑" pitchFamily="34" charset="-122"/>
              </a:rPr>
              <a:t>微服务</a:t>
            </a:r>
            <a:endParaRPr lang="en-US" altLang="zh-CN" sz="2800" b="1" dirty="0">
              <a:solidFill>
                <a:schemeClr val="accent6"/>
              </a:solidFill>
              <a:latin typeface="微软雅黑" pitchFamily="34" charset="-122"/>
              <a:ea typeface="微软雅黑" pitchFamily="34" charset="-122"/>
            </a:endParaRPr>
          </a:p>
          <a:p>
            <a:r>
              <a:rPr lang="en-US" altLang="zh-CN" sz="2800" b="1" dirty="0">
                <a:solidFill>
                  <a:schemeClr val="accent6"/>
                </a:solidFill>
                <a:latin typeface="微软雅黑" pitchFamily="34" charset="-122"/>
                <a:ea typeface="微软雅黑" pitchFamily="34" charset="-122"/>
              </a:rPr>
              <a:t>Python</a:t>
            </a:r>
            <a:r>
              <a:rPr lang="zh-CN" altLang="en-US" sz="2800" b="1" dirty="0">
                <a:solidFill>
                  <a:schemeClr val="accent6"/>
                </a:solidFill>
                <a:latin typeface="微软雅黑" pitchFamily="34" charset="-122"/>
                <a:ea typeface="微软雅黑" pitchFamily="34" charset="-122"/>
              </a:rPr>
              <a:t>运行环境</a:t>
            </a:r>
            <a:r>
              <a:rPr lang="en-US" altLang="zh-CN" sz="2800" b="1" dirty="0">
                <a:solidFill>
                  <a:schemeClr val="accent6"/>
                </a:solidFill>
                <a:latin typeface="微软雅黑" pitchFamily="34" charset="-122"/>
                <a:ea typeface="微软雅黑" pitchFamily="34" charset="-122"/>
              </a:rPr>
              <a:t>: Python3.6.3</a:t>
            </a:r>
          </a:p>
          <a:p>
            <a:r>
              <a:rPr lang="zh-CN" altLang="en-US" sz="2800" b="1" dirty="0">
                <a:solidFill>
                  <a:schemeClr val="accent6"/>
                </a:solidFill>
                <a:latin typeface="微软雅黑" pitchFamily="34" charset="-122"/>
                <a:ea typeface="微软雅黑" pitchFamily="34" charset="-122"/>
              </a:rPr>
              <a:t>浏览器</a:t>
            </a:r>
            <a:r>
              <a:rPr lang="en-US" altLang="zh-CN" sz="2800" b="1" dirty="0">
                <a:solidFill>
                  <a:schemeClr val="accent6"/>
                </a:solidFill>
                <a:latin typeface="微软雅黑" pitchFamily="34" charset="-122"/>
                <a:ea typeface="微软雅黑" pitchFamily="34" charset="-122"/>
              </a:rPr>
              <a:t>: Safari</a:t>
            </a:r>
          </a:p>
          <a:p>
            <a:r>
              <a:rPr lang="zh-CN" altLang="en-US" sz="2800" b="1" dirty="0">
                <a:solidFill>
                  <a:schemeClr val="accent6"/>
                </a:solidFill>
                <a:latin typeface="微软雅黑" pitchFamily="34" charset="-122"/>
                <a:ea typeface="微软雅黑" pitchFamily="34" charset="-122"/>
              </a:rPr>
              <a:t>数据库</a:t>
            </a:r>
            <a:r>
              <a:rPr lang="en-US" altLang="zh-CN" sz="2800" b="1" dirty="0">
                <a:solidFill>
                  <a:schemeClr val="accent6"/>
                </a:solidFill>
                <a:latin typeface="微软雅黑" pitchFamily="34" charset="-122"/>
                <a:ea typeface="微软雅黑" pitchFamily="34" charset="-122"/>
              </a:rPr>
              <a:t>: </a:t>
            </a:r>
            <a:r>
              <a:rPr lang="en-US" altLang="zh-CN" sz="2800" b="1" dirty="0" err="1">
                <a:solidFill>
                  <a:schemeClr val="accent6"/>
                </a:solidFill>
                <a:latin typeface="微软雅黑" pitchFamily="34" charset="-122"/>
                <a:ea typeface="微软雅黑" pitchFamily="34" charset="-122"/>
              </a:rPr>
              <a:t>Sqlite</a:t>
            </a:r>
            <a:endParaRPr lang="en-US" altLang="zh-CN" sz="2800" b="1" dirty="0">
              <a:solidFill>
                <a:schemeClr val="accent6"/>
              </a:solidFill>
              <a:latin typeface="微软雅黑" pitchFamily="34" charset="-122"/>
              <a:ea typeface="微软雅黑" pitchFamily="34" charset="-122"/>
            </a:endParaRPr>
          </a:p>
          <a:p>
            <a:r>
              <a:rPr lang="zh-CN" altLang="en-US" sz="2800" b="1" dirty="0">
                <a:solidFill>
                  <a:schemeClr val="accent6"/>
                </a:solidFill>
                <a:latin typeface="微软雅黑" pitchFamily="34" charset="-122"/>
                <a:ea typeface="微软雅黑" pitchFamily="34" charset="-122"/>
              </a:rPr>
              <a:t>绘图工具</a:t>
            </a:r>
            <a:r>
              <a:rPr lang="en-US" altLang="zh-CN" sz="2800" b="1" dirty="0">
                <a:solidFill>
                  <a:schemeClr val="accent6"/>
                </a:solidFill>
                <a:latin typeface="微软雅黑" pitchFamily="34" charset="-122"/>
                <a:ea typeface="微软雅黑" pitchFamily="34" charset="-122"/>
              </a:rPr>
              <a:t>: Visio</a:t>
            </a:r>
            <a:endParaRPr lang="zh-CN" altLang="en-US" sz="2800" b="1" dirty="0">
              <a:solidFill>
                <a:schemeClr val="accent6"/>
              </a:solidFill>
              <a:latin typeface="微软雅黑" pitchFamily="34" charset="-122"/>
              <a:ea typeface="微软雅黑" pitchFamily="34" charset="-122"/>
            </a:endParaRPr>
          </a:p>
        </p:txBody>
      </p:sp>
    </p:spTree>
    <p:extLst>
      <p:ext uri="{BB962C8B-B14F-4D97-AF65-F5344CB8AC3E}">
        <p14:creationId xmlns:p14="http://schemas.microsoft.com/office/powerpoint/2010/main" val="368278216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24"/>
                                        </p:tgtEl>
                                        <p:attrNameLst>
                                          <p:attrName>style.visibility</p:attrName>
                                        </p:attrNameLst>
                                      </p:cBhvr>
                                      <p:to>
                                        <p:strVal val="visible"/>
                                      </p:to>
                                    </p:set>
                                    <p:animEffect transition="in" filter="randombar(horizontal)">
                                      <p:cBhvr>
                                        <p:cTn id="7" dur="5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Rectangle 1"/>
          <p:cNvSpPr/>
          <p:nvPr/>
        </p:nvSpPr>
        <p:spPr>
          <a:xfrm rot="16200000">
            <a:off x="4010776" y="600531"/>
            <a:ext cx="1770522" cy="3816423"/>
          </a:xfrm>
          <a:prstGeom prst="rect">
            <a:avLst/>
          </a:prstGeom>
          <a:solidFill>
            <a:srgbClr val="13436C"/>
          </a:solidFill>
          <a:ln w="19050">
            <a:solidFill>
              <a:schemeClr val="accent1"/>
            </a:solidFill>
          </a:ln>
        </p:spPr>
        <p:style>
          <a:lnRef idx="1">
            <a:schemeClr val="accent1"/>
          </a:lnRef>
          <a:fillRef idx="0">
            <a:schemeClr val="accent1"/>
          </a:fillRef>
          <a:effectRef idx="0">
            <a:schemeClr val="accent1"/>
          </a:effectRef>
          <a:fontRef idx="minor">
            <a:schemeClr val="tx1"/>
          </a:fontRef>
        </p:style>
        <p:txBody>
          <a:bodyPr wrap="square" tIns="2160000" anchor="t" anchorCtr="1">
            <a:normAutofit/>
          </a:bodyPr>
          <a:lstStyle/>
          <a:p>
            <a:pPr algn="ctr">
              <a:lnSpc>
                <a:spcPct val="120000"/>
              </a:lnSpc>
            </a:pPr>
            <a:endParaRPr lang="zh-CN" altLang="en-US" sz="1100" dirty="0"/>
          </a:p>
        </p:txBody>
      </p:sp>
      <p:sp>
        <p:nvSpPr>
          <p:cNvPr id="14" name="TextBox 2"/>
          <p:cNvSpPr txBox="1"/>
          <p:nvPr/>
        </p:nvSpPr>
        <p:spPr>
          <a:xfrm>
            <a:off x="899592" y="1814586"/>
            <a:ext cx="2160240" cy="2016223"/>
          </a:xfrm>
          <a:prstGeom prst="rect">
            <a:avLst/>
          </a:prstGeom>
          <a:noFill/>
        </p:spPr>
        <p:txBody>
          <a:bodyPr wrap="square" lIns="0" tIns="0" rIns="0" bIns="0">
            <a:normAutofit fontScale="85000" lnSpcReduction="20000"/>
          </a:bodyPr>
          <a:lstStyle/>
          <a:p>
            <a:r>
              <a:rPr lang="en-US" altLang="zh-CN" sz="19200" dirty="0">
                <a:solidFill>
                  <a:srgbClr val="13436C"/>
                </a:solidFill>
                <a:latin typeface="Bernard MT Condensed" panose="02050806060905020404" pitchFamily="18" charset="0"/>
              </a:rPr>
              <a:t>06</a:t>
            </a:r>
            <a:endParaRPr lang="zh-CN" altLang="en-US" sz="19200" dirty="0">
              <a:solidFill>
                <a:srgbClr val="13436C"/>
              </a:solidFill>
              <a:latin typeface="Bernard MT Condensed" panose="02050806060905020404" pitchFamily="18" charset="0"/>
            </a:endParaRPr>
          </a:p>
        </p:txBody>
      </p:sp>
      <p:sp>
        <p:nvSpPr>
          <p:cNvPr id="11" name="TextBox 40"/>
          <p:cNvSpPr txBox="1"/>
          <p:nvPr/>
        </p:nvSpPr>
        <p:spPr>
          <a:xfrm>
            <a:off x="3978638" y="2154470"/>
            <a:ext cx="1944216" cy="708544"/>
          </a:xfrm>
          <a:prstGeom prst="rect">
            <a:avLst/>
          </a:prstGeom>
          <a:noFill/>
        </p:spPr>
        <p:txBody>
          <a:bodyPr wrap="none" lIns="0" tIns="0" rIns="0" bIns="0" anchor="ctr" anchorCtr="0">
            <a:normAutofit/>
          </a:bodyPr>
          <a:lstStyle/>
          <a:p>
            <a:r>
              <a:rPr lang="zh-CN" altLang="en-US" sz="2800" b="1" dirty="0">
                <a:solidFill>
                  <a:schemeClr val="bg1"/>
                </a:solidFill>
              </a:rPr>
              <a:t>实现时间安排</a:t>
            </a:r>
          </a:p>
        </p:txBody>
      </p:sp>
    </p:spTree>
    <p:extLst>
      <p:ext uri="{BB962C8B-B14F-4D97-AF65-F5344CB8AC3E}">
        <p14:creationId xmlns:p14="http://schemas.microsoft.com/office/powerpoint/2010/main" val="358012113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afterEffect">
                                  <p:stCondLst>
                                    <p:cond delay="0"/>
                                  </p:stCondLst>
                                  <p:childTnLst>
                                    <p:set>
                                      <p:cBhvr>
                                        <p:cTn id="6" dur="1" fill="hold">
                                          <p:stCondLst>
                                            <p:cond delay="0"/>
                                          </p:stCondLst>
                                        </p:cTn>
                                        <p:tgtEl>
                                          <p:spTgt spid="14"/>
                                        </p:tgtEl>
                                        <p:attrNameLst>
                                          <p:attrName>style.visibility</p:attrName>
                                        </p:attrNameLst>
                                      </p:cBhvr>
                                      <p:to>
                                        <p:strVal val="visible"/>
                                      </p:to>
                                    </p:set>
                                    <p:anim calcmode="lin" valueType="num">
                                      <p:cBhvr>
                                        <p:cTn id="7" dur="500" fill="hold"/>
                                        <p:tgtEl>
                                          <p:spTgt spid="14"/>
                                        </p:tgtEl>
                                        <p:attrNameLst>
                                          <p:attrName>ppt_w</p:attrName>
                                        </p:attrNameLst>
                                      </p:cBhvr>
                                      <p:tavLst>
                                        <p:tav tm="0">
                                          <p:val>
                                            <p:fltVal val="0"/>
                                          </p:val>
                                        </p:tav>
                                        <p:tav tm="100000">
                                          <p:val>
                                            <p:strVal val="#ppt_w"/>
                                          </p:val>
                                        </p:tav>
                                      </p:tavLst>
                                    </p:anim>
                                    <p:anim calcmode="lin" valueType="num">
                                      <p:cBhvr>
                                        <p:cTn id="8" dur="500" fill="hold"/>
                                        <p:tgtEl>
                                          <p:spTgt spid="14"/>
                                        </p:tgtEl>
                                        <p:attrNameLst>
                                          <p:attrName>ppt_h</p:attrName>
                                        </p:attrNameLst>
                                      </p:cBhvr>
                                      <p:tavLst>
                                        <p:tav tm="0">
                                          <p:val>
                                            <p:fltVal val="0"/>
                                          </p:val>
                                        </p:tav>
                                        <p:tav tm="100000">
                                          <p:val>
                                            <p:strVal val="#ppt_h"/>
                                          </p:val>
                                        </p:tav>
                                      </p:tavLst>
                                    </p:anim>
                                    <p:animEffect transition="in" filter="fade">
                                      <p:cBhvr>
                                        <p:cTn id="9" dur="500"/>
                                        <p:tgtEl>
                                          <p:spTgt spid="14"/>
                                        </p:tgtEl>
                                      </p:cBhvr>
                                    </p:animEffect>
                                  </p:childTnLst>
                                </p:cTn>
                              </p:par>
                            </p:childTnLst>
                          </p:cTn>
                        </p:par>
                        <p:par>
                          <p:cTn id="10" fill="hold">
                            <p:stCondLst>
                              <p:cond delay="500"/>
                            </p:stCondLst>
                            <p:childTnLst>
                              <p:par>
                                <p:cTn id="11" presetID="22" presetClass="entr" presetSubtype="2" fill="hold" grpId="0" nodeType="afterEffect">
                                  <p:stCondLst>
                                    <p:cond delay="0"/>
                                  </p:stCondLst>
                                  <p:childTnLst>
                                    <p:set>
                                      <p:cBhvr>
                                        <p:cTn id="12" dur="1" fill="hold">
                                          <p:stCondLst>
                                            <p:cond delay="0"/>
                                          </p:stCondLst>
                                        </p:cTn>
                                        <p:tgtEl>
                                          <p:spTgt spid="13"/>
                                        </p:tgtEl>
                                        <p:attrNameLst>
                                          <p:attrName>style.visibility</p:attrName>
                                        </p:attrNameLst>
                                      </p:cBhvr>
                                      <p:to>
                                        <p:strVal val="visible"/>
                                      </p:to>
                                    </p:set>
                                    <p:animEffect transition="in" filter="wipe(right)">
                                      <p:cBhvr>
                                        <p:cTn id="13" dur="500"/>
                                        <p:tgtEl>
                                          <p:spTgt spid="13"/>
                                        </p:tgtEl>
                                      </p:cBhvr>
                                    </p:animEffect>
                                  </p:childTnLst>
                                </p:cTn>
                              </p:par>
                            </p:childTnLst>
                          </p:cTn>
                        </p:par>
                        <p:par>
                          <p:cTn id="14" fill="hold">
                            <p:stCondLst>
                              <p:cond delay="1000"/>
                            </p:stCondLst>
                            <p:childTnLst>
                              <p:par>
                                <p:cTn id="15" presetID="53" presetClass="entr" presetSubtype="16" fill="hold" grpId="0" nodeType="afterEffect">
                                  <p:stCondLst>
                                    <p:cond delay="0"/>
                                  </p:stCondLst>
                                  <p:childTnLst>
                                    <p:set>
                                      <p:cBhvr>
                                        <p:cTn id="16" dur="1" fill="hold">
                                          <p:stCondLst>
                                            <p:cond delay="0"/>
                                          </p:stCondLst>
                                        </p:cTn>
                                        <p:tgtEl>
                                          <p:spTgt spid="11"/>
                                        </p:tgtEl>
                                        <p:attrNameLst>
                                          <p:attrName>style.visibility</p:attrName>
                                        </p:attrNameLst>
                                      </p:cBhvr>
                                      <p:to>
                                        <p:strVal val="visible"/>
                                      </p:to>
                                    </p:set>
                                    <p:anim calcmode="lin" valueType="num">
                                      <p:cBhvr>
                                        <p:cTn id="17" dur="500" fill="hold"/>
                                        <p:tgtEl>
                                          <p:spTgt spid="11"/>
                                        </p:tgtEl>
                                        <p:attrNameLst>
                                          <p:attrName>ppt_w</p:attrName>
                                        </p:attrNameLst>
                                      </p:cBhvr>
                                      <p:tavLst>
                                        <p:tav tm="0">
                                          <p:val>
                                            <p:fltVal val="0"/>
                                          </p:val>
                                        </p:tav>
                                        <p:tav tm="100000">
                                          <p:val>
                                            <p:strVal val="#ppt_w"/>
                                          </p:val>
                                        </p:tav>
                                      </p:tavLst>
                                    </p:anim>
                                    <p:anim calcmode="lin" valueType="num">
                                      <p:cBhvr>
                                        <p:cTn id="18" dur="500" fill="hold"/>
                                        <p:tgtEl>
                                          <p:spTgt spid="11"/>
                                        </p:tgtEl>
                                        <p:attrNameLst>
                                          <p:attrName>ppt_h</p:attrName>
                                        </p:attrNameLst>
                                      </p:cBhvr>
                                      <p:tavLst>
                                        <p:tav tm="0">
                                          <p:val>
                                            <p:fltVal val="0"/>
                                          </p:val>
                                        </p:tav>
                                        <p:tav tm="100000">
                                          <p:val>
                                            <p:strVal val="#ppt_h"/>
                                          </p:val>
                                        </p:tav>
                                      </p:tavLst>
                                    </p:anim>
                                    <p:animEffect transition="in" filter="fade">
                                      <p:cBhvr>
                                        <p:cTn id="19"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14" grpId="0"/>
      <p:bldP spid="11"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9">
            <a:extLst>
              <a:ext uri="{FF2B5EF4-FFF2-40B4-BE49-F238E27FC236}">
                <a16:creationId xmlns:a16="http://schemas.microsoft.com/office/drawing/2014/main" id="{55A279AC-8795-4AA1-8D2B-3C79C9B4823A}"/>
              </a:ext>
            </a:extLst>
          </p:cNvPr>
          <p:cNvSpPr txBox="1"/>
          <p:nvPr/>
        </p:nvSpPr>
        <p:spPr>
          <a:xfrm>
            <a:off x="555256" y="147907"/>
            <a:ext cx="2031325" cy="369332"/>
          </a:xfrm>
          <a:prstGeom prst="rect">
            <a:avLst/>
          </a:prstGeom>
          <a:noFill/>
        </p:spPr>
        <p:txBody>
          <a:bodyPr wrap="none" rtlCol="0">
            <a:spAutoFit/>
          </a:bodyPr>
          <a:lstStyle/>
          <a:p>
            <a:r>
              <a:rPr lang="zh-CN" altLang="en-US" b="1" dirty="0">
                <a:solidFill>
                  <a:srgbClr val="13436C"/>
                </a:solidFill>
                <a:latin typeface="微软雅黑" pitchFamily="34" charset="-122"/>
                <a:ea typeface="微软雅黑" pitchFamily="34" charset="-122"/>
              </a:rPr>
              <a:t>系统设计时间安排</a:t>
            </a:r>
          </a:p>
        </p:txBody>
      </p:sp>
      <p:sp>
        <p:nvSpPr>
          <p:cNvPr id="4" name="文本框 3">
            <a:extLst>
              <a:ext uri="{FF2B5EF4-FFF2-40B4-BE49-F238E27FC236}">
                <a16:creationId xmlns:a16="http://schemas.microsoft.com/office/drawing/2014/main" id="{1831E0EC-772B-4A6A-B19D-07295BCA6033}"/>
              </a:ext>
            </a:extLst>
          </p:cNvPr>
          <p:cNvSpPr txBox="1"/>
          <p:nvPr/>
        </p:nvSpPr>
        <p:spPr>
          <a:xfrm>
            <a:off x="1475656" y="1679198"/>
            <a:ext cx="6192688" cy="1785104"/>
          </a:xfrm>
          <a:prstGeom prst="rect">
            <a:avLst/>
          </a:prstGeom>
          <a:noFill/>
        </p:spPr>
        <p:txBody>
          <a:bodyPr wrap="square" lIns="0" tIns="0" rIns="0" bIns="0" rtlCol="0">
            <a:spAutoFit/>
          </a:bodyPr>
          <a:lstStyle/>
          <a:p>
            <a:r>
              <a:rPr lang="x-none" altLang="zh-CN" sz="2000" b="1" dirty="0">
                <a:solidFill>
                  <a:schemeClr val="accent6"/>
                </a:solidFill>
                <a:latin typeface="微软雅黑" pitchFamily="34" charset="-122"/>
                <a:ea typeface="微软雅黑" pitchFamily="34" charset="-122"/>
              </a:rPr>
              <a:t>2021</a:t>
            </a:r>
            <a:r>
              <a:rPr lang="zh-CN" altLang="zh-CN" sz="2000" b="1" dirty="0">
                <a:solidFill>
                  <a:schemeClr val="accent6"/>
                </a:solidFill>
                <a:latin typeface="微软雅黑" pitchFamily="34" charset="-122"/>
                <a:ea typeface="微软雅黑" pitchFamily="34" charset="-122"/>
              </a:rPr>
              <a:t>年</a:t>
            </a:r>
            <a:r>
              <a:rPr lang="x-none" altLang="zh-CN" sz="2000" b="1" dirty="0">
                <a:solidFill>
                  <a:schemeClr val="accent6"/>
                </a:solidFill>
                <a:latin typeface="微软雅黑" pitchFamily="34" charset="-122"/>
                <a:ea typeface="微软雅黑" pitchFamily="34" charset="-122"/>
              </a:rPr>
              <a:t>11</a:t>
            </a:r>
            <a:r>
              <a:rPr lang="zh-CN" altLang="zh-CN" sz="2000" b="1" dirty="0">
                <a:solidFill>
                  <a:schemeClr val="accent6"/>
                </a:solidFill>
                <a:latin typeface="微软雅黑" pitchFamily="34" charset="-122"/>
                <a:ea typeface="微软雅黑" pitchFamily="34" charset="-122"/>
              </a:rPr>
              <a:t>月</a:t>
            </a:r>
            <a:r>
              <a:rPr lang="x-none" altLang="zh-CN" sz="2000" b="1" dirty="0">
                <a:solidFill>
                  <a:schemeClr val="accent6"/>
                </a:solidFill>
                <a:latin typeface="微软雅黑" pitchFamily="34" charset="-122"/>
                <a:ea typeface="微软雅黑" pitchFamily="34" charset="-122"/>
              </a:rPr>
              <a:t>15</a:t>
            </a:r>
            <a:r>
              <a:rPr lang="zh-CN" altLang="zh-CN" sz="2000" b="1" dirty="0">
                <a:solidFill>
                  <a:schemeClr val="accent6"/>
                </a:solidFill>
                <a:latin typeface="微软雅黑" pitchFamily="34" charset="-122"/>
                <a:ea typeface="微软雅黑" pitchFamily="34" charset="-122"/>
              </a:rPr>
              <a:t>日—</a:t>
            </a:r>
            <a:r>
              <a:rPr lang="x-none" altLang="zh-CN" sz="2000" b="1" dirty="0">
                <a:solidFill>
                  <a:schemeClr val="accent6"/>
                </a:solidFill>
                <a:latin typeface="微软雅黑" pitchFamily="34" charset="-122"/>
                <a:ea typeface="微软雅黑" pitchFamily="34" charset="-122"/>
              </a:rPr>
              <a:t>2021</a:t>
            </a:r>
            <a:r>
              <a:rPr lang="zh-CN" altLang="zh-CN" sz="2000" b="1" dirty="0">
                <a:solidFill>
                  <a:schemeClr val="accent6"/>
                </a:solidFill>
                <a:latin typeface="微软雅黑" pitchFamily="34" charset="-122"/>
                <a:ea typeface="微软雅黑" pitchFamily="34" charset="-122"/>
              </a:rPr>
              <a:t>年</a:t>
            </a:r>
            <a:r>
              <a:rPr lang="x-none" altLang="zh-CN" sz="2000" b="1" dirty="0">
                <a:solidFill>
                  <a:schemeClr val="accent6"/>
                </a:solidFill>
                <a:latin typeface="微软雅黑" pitchFamily="34" charset="-122"/>
                <a:ea typeface="微软雅黑" pitchFamily="34" charset="-122"/>
              </a:rPr>
              <a:t>11</a:t>
            </a:r>
            <a:r>
              <a:rPr lang="zh-CN" altLang="zh-CN" sz="2000" b="1" dirty="0">
                <a:solidFill>
                  <a:schemeClr val="accent6"/>
                </a:solidFill>
                <a:latin typeface="微软雅黑" pitchFamily="34" charset="-122"/>
                <a:ea typeface="微软雅黑" pitchFamily="34" charset="-122"/>
              </a:rPr>
              <a:t>月</a:t>
            </a:r>
            <a:r>
              <a:rPr lang="x-none" altLang="zh-CN" sz="2000" b="1" dirty="0">
                <a:solidFill>
                  <a:schemeClr val="accent6"/>
                </a:solidFill>
                <a:latin typeface="微软雅黑" pitchFamily="34" charset="-122"/>
                <a:ea typeface="微软雅黑" pitchFamily="34" charset="-122"/>
              </a:rPr>
              <a:t>29</a:t>
            </a:r>
            <a:r>
              <a:rPr lang="zh-CN" altLang="zh-CN" sz="2000" b="1" dirty="0">
                <a:solidFill>
                  <a:schemeClr val="accent6"/>
                </a:solidFill>
                <a:latin typeface="微软雅黑" pitchFamily="34" charset="-122"/>
                <a:ea typeface="微软雅黑" pitchFamily="34" charset="-122"/>
              </a:rPr>
              <a:t>日：研究任务书；</a:t>
            </a:r>
          </a:p>
          <a:p>
            <a:r>
              <a:rPr lang="x-none" altLang="zh-CN" sz="2000" b="1" dirty="0">
                <a:solidFill>
                  <a:schemeClr val="accent6"/>
                </a:solidFill>
                <a:latin typeface="微软雅黑" pitchFamily="34" charset="-122"/>
                <a:ea typeface="微软雅黑" pitchFamily="34" charset="-122"/>
              </a:rPr>
              <a:t>2021</a:t>
            </a:r>
            <a:r>
              <a:rPr lang="zh-CN" altLang="zh-CN" sz="2000" b="1" dirty="0">
                <a:solidFill>
                  <a:schemeClr val="accent6"/>
                </a:solidFill>
                <a:latin typeface="微软雅黑" pitchFamily="34" charset="-122"/>
                <a:ea typeface="微软雅黑" pitchFamily="34" charset="-122"/>
              </a:rPr>
              <a:t>年</a:t>
            </a:r>
            <a:r>
              <a:rPr lang="x-none" altLang="zh-CN" sz="2000" b="1" dirty="0">
                <a:solidFill>
                  <a:schemeClr val="accent6"/>
                </a:solidFill>
                <a:latin typeface="微软雅黑" pitchFamily="34" charset="-122"/>
                <a:ea typeface="微软雅黑" pitchFamily="34" charset="-122"/>
              </a:rPr>
              <a:t>12</a:t>
            </a:r>
            <a:r>
              <a:rPr lang="zh-CN" altLang="zh-CN" sz="2000" b="1" dirty="0">
                <a:solidFill>
                  <a:schemeClr val="accent6"/>
                </a:solidFill>
                <a:latin typeface="微软雅黑" pitchFamily="34" charset="-122"/>
                <a:ea typeface="微软雅黑" pitchFamily="34" charset="-122"/>
              </a:rPr>
              <a:t>月</a:t>
            </a:r>
            <a:r>
              <a:rPr lang="x-none" altLang="zh-CN" sz="2000" b="1" dirty="0">
                <a:solidFill>
                  <a:schemeClr val="accent6"/>
                </a:solidFill>
                <a:latin typeface="微软雅黑" pitchFamily="34" charset="-122"/>
                <a:ea typeface="微软雅黑" pitchFamily="34" charset="-122"/>
              </a:rPr>
              <a:t>1</a:t>
            </a:r>
            <a:r>
              <a:rPr lang="zh-CN" altLang="zh-CN" sz="2000" b="1" dirty="0">
                <a:solidFill>
                  <a:schemeClr val="accent6"/>
                </a:solidFill>
                <a:latin typeface="微软雅黑" pitchFamily="34" charset="-122"/>
                <a:ea typeface="微软雅黑" pitchFamily="34" charset="-122"/>
              </a:rPr>
              <a:t>日—</a:t>
            </a:r>
            <a:r>
              <a:rPr lang="x-none" altLang="zh-CN" sz="2000" b="1" dirty="0">
                <a:solidFill>
                  <a:schemeClr val="accent6"/>
                </a:solidFill>
                <a:latin typeface="微软雅黑" pitchFamily="34" charset="-122"/>
                <a:ea typeface="微软雅黑" pitchFamily="34" charset="-122"/>
              </a:rPr>
              <a:t>2021</a:t>
            </a:r>
            <a:r>
              <a:rPr lang="zh-CN" altLang="zh-CN" sz="2000" b="1" dirty="0">
                <a:solidFill>
                  <a:schemeClr val="accent6"/>
                </a:solidFill>
                <a:latin typeface="微软雅黑" pitchFamily="34" charset="-122"/>
                <a:ea typeface="微软雅黑" pitchFamily="34" charset="-122"/>
              </a:rPr>
              <a:t>年</a:t>
            </a:r>
            <a:r>
              <a:rPr lang="x-none" altLang="zh-CN" sz="2000" b="1" dirty="0">
                <a:solidFill>
                  <a:schemeClr val="accent6"/>
                </a:solidFill>
                <a:latin typeface="微软雅黑" pitchFamily="34" charset="-122"/>
                <a:ea typeface="微软雅黑" pitchFamily="34" charset="-122"/>
              </a:rPr>
              <a:t>12</a:t>
            </a:r>
            <a:r>
              <a:rPr lang="zh-CN" altLang="zh-CN" sz="2000" b="1" dirty="0">
                <a:solidFill>
                  <a:schemeClr val="accent6"/>
                </a:solidFill>
                <a:latin typeface="微软雅黑" pitchFamily="34" charset="-122"/>
                <a:ea typeface="微软雅黑" pitchFamily="34" charset="-122"/>
              </a:rPr>
              <a:t>月</a:t>
            </a:r>
            <a:r>
              <a:rPr lang="x-none" altLang="zh-CN" sz="2000" b="1" dirty="0">
                <a:solidFill>
                  <a:schemeClr val="accent6"/>
                </a:solidFill>
                <a:latin typeface="微软雅黑" pitchFamily="34" charset="-122"/>
                <a:ea typeface="微软雅黑" pitchFamily="34" charset="-122"/>
              </a:rPr>
              <a:t>10</a:t>
            </a:r>
            <a:r>
              <a:rPr lang="zh-CN" altLang="zh-CN" sz="2000" b="1" dirty="0">
                <a:solidFill>
                  <a:schemeClr val="accent6"/>
                </a:solidFill>
                <a:latin typeface="微软雅黑" pitchFamily="34" charset="-122"/>
                <a:ea typeface="微软雅黑" pitchFamily="34" charset="-122"/>
              </a:rPr>
              <a:t>日：完成综述、翻译；</a:t>
            </a:r>
          </a:p>
          <a:p>
            <a:r>
              <a:rPr lang="x-none" altLang="zh-CN" sz="2000" b="1" dirty="0">
                <a:solidFill>
                  <a:schemeClr val="accent6"/>
                </a:solidFill>
                <a:latin typeface="微软雅黑" pitchFamily="34" charset="-122"/>
                <a:ea typeface="微软雅黑" pitchFamily="34" charset="-122"/>
              </a:rPr>
              <a:t>2021</a:t>
            </a:r>
            <a:r>
              <a:rPr lang="zh-CN" altLang="zh-CN" sz="2000" b="1" dirty="0">
                <a:solidFill>
                  <a:schemeClr val="accent6"/>
                </a:solidFill>
                <a:latin typeface="微软雅黑" pitchFamily="34" charset="-122"/>
                <a:ea typeface="微软雅黑" pitchFamily="34" charset="-122"/>
              </a:rPr>
              <a:t>年</a:t>
            </a:r>
            <a:r>
              <a:rPr lang="x-none" altLang="zh-CN" sz="2000" b="1" dirty="0">
                <a:solidFill>
                  <a:schemeClr val="accent6"/>
                </a:solidFill>
                <a:latin typeface="微软雅黑" pitchFamily="34" charset="-122"/>
                <a:ea typeface="微软雅黑" pitchFamily="34" charset="-122"/>
              </a:rPr>
              <a:t>12</a:t>
            </a:r>
            <a:r>
              <a:rPr lang="zh-CN" altLang="zh-CN" sz="2000" b="1" dirty="0">
                <a:solidFill>
                  <a:schemeClr val="accent6"/>
                </a:solidFill>
                <a:latin typeface="微软雅黑" pitchFamily="34" charset="-122"/>
                <a:ea typeface="微软雅黑" pitchFamily="34" charset="-122"/>
              </a:rPr>
              <a:t>月</a:t>
            </a:r>
            <a:r>
              <a:rPr lang="x-none" altLang="zh-CN" sz="2000" b="1" dirty="0">
                <a:solidFill>
                  <a:schemeClr val="accent6"/>
                </a:solidFill>
                <a:latin typeface="微软雅黑" pitchFamily="34" charset="-122"/>
                <a:ea typeface="微软雅黑" pitchFamily="34" charset="-122"/>
              </a:rPr>
              <a:t>11</a:t>
            </a:r>
            <a:r>
              <a:rPr lang="zh-CN" altLang="zh-CN" sz="2000" b="1" dirty="0">
                <a:solidFill>
                  <a:schemeClr val="accent6"/>
                </a:solidFill>
                <a:latin typeface="微软雅黑" pitchFamily="34" charset="-122"/>
                <a:ea typeface="微软雅黑" pitchFamily="34" charset="-122"/>
              </a:rPr>
              <a:t>日—</a:t>
            </a:r>
            <a:r>
              <a:rPr lang="x-none" altLang="zh-CN" sz="2000" b="1" dirty="0">
                <a:solidFill>
                  <a:schemeClr val="accent6"/>
                </a:solidFill>
                <a:latin typeface="微软雅黑" pitchFamily="34" charset="-122"/>
                <a:ea typeface="微软雅黑" pitchFamily="34" charset="-122"/>
              </a:rPr>
              <a:t>2021</a:t>
            </a:r>
            <a:r>
              <a:rPr lang="zh-CN" altLang="zh-CN" sz="2000" b="1" dirty="0">
                <a:solidFill>
                  <a:schemeClr val="accent6"/>
                </a:solidFill>
                <a:latin typeface="微软雅黑" pitchFamily="34" charset="-122"/>
                <a:ea typeface="微软雅黑" pitchFamily="34" charset="-122"/>
              </a:rPr>
              <a:t>年</a:t>
            </a:r>
            <a:r>
              <a:rPr lang="x-none" altLang="zh-CN" sz="2000" b="1" dirty="0">
                <a:solidFill>
                  <a:schemeClr val="accent6"/>
                </a:solidFill>
                <a:latin typeface="微软雅黑" pitchFamily="34" charset="-122"/>
                <a:ea typeface="微软雅黑" pitchFamily="34" charset="-122"/>
              </a:rPr>
              <a:t>12</a:t>
            </a:r>
            <a:r>
              <a:rPr lang="zh-CN" altLang="zh-CN" sz="2000" b="1" dirty="0">
                <a:solidFill>
                  <a:schemeClr val="accent6"/>
                </a:solidFill>
                <a:latin typeface="微软雅黑" pitchFamily="34" charset="-122"/>
                <a:ea typeface="微软雅黑" pitchFamily="34" charset="-122"/>
              </a:rPr>
              <a:t>月</a:t>
            </a:r>
            <a:r>
              <a:rPr lang="x-none" altLang="zh-CN" sz="2000" b="1" dirty="0">
                <a:solidFill>
                  <a:schemeClr val="accent6"/>
                </a:solidFill>
                <a:latin typeface="微软雅黑" pitchFamily="34" charset="-122"/>
                <a:ea typeface="微软雅黑" pitchFamily="34" charset="-122"/>
              </a:rPr>
              <a:t>20</a:t>
            </a:r>
            <a:r>
              <a:rPr lang="zh-CN" altLang="zh-CN" sz="2000" b="1" dirty="0">
                <a:solidFill>
                  <a:schemeClr val="accent6"/>
                </a:solidFill>
                <a:latin typeface="微软雅黑" pitchFamily="34" charset="-122"/>
                <a:ea typeface="微软雅黑" pitchFamily="34" charset="-122"/>
              </a:rPr>
              <a:t>日：中期检查；</a:t>
            </a:r>
          </a:p>
          <a:p>
            <a:r>
              <a:rPr lang="x-none" altLang="zh-CN" sz="2000" b="1" dirty="0">
                <a:solidFill>
                  <a:schemeClr val="accent6"/>
                </a:solidFill>
                <a:latin typeface="微软雅黑" pitchFamily="34" charset="-122"/>
                <a:ea typeface="微软雅黑" pitchFamily="34" charset="-122"/>
              </a:rPr>
              <a:t>2021</a:t>
            </a:r>
            <a:r>
              <a:rPr lang="zh-CN" altLang="zh-CN" sz="2000" b="1" dirty="0">
                <a:solidFill>
                  <a:schemeClr val="accent6"/>
                </a:solidFill>
                <a:latin typeface="微软雅黑" pitchFamily="34" charset="-122"/>
                <a:ea typeface="微软雅黑" pitchFamily="34" charset="-122"/>
              </a:rPr>
              <a:t>年</a:t>
            </a:r>
            <a:r>
              <a:rPr lang="x-none" altLang="zh-CN" sz="2000" b="1" dirty="0">
                <a:solidFill>
                  <a:schemeClr val="accent6"/>
                </a:solidFill>
                <a:latin typeface="微软雅黑" pitchFamily="34" charset="-122"/>
                <a:ea typeface="微软雅黑" pitchFamily="34" charset="-122"/>
              </a:rPr>
              <a:t>12</a:t>
            </a:r>
            <a:r>
              <a:rPr lang="zh-CN" altLang="zh-CN" sz="2000" b="1" dirty="0">
                <a:solidFill>
                  <a:schemeClr val="accent6"/>
                </a:solidFill>
                <a:latin typeface="微软雅黑" pitchFamily="34" charset="-122"/>
                <a:ea typeface="微软雅黑" pitchFamily="34" charset="-122"/>
              </a:rPr>
              <a:t>月</a:t>
            </a:r>
            <a:r>
              <a:rPr lang="x-none" altLang="zh-CN" sz="2000" b="1" dirty="0">
                <a:solidFill>
                  <a:schemeClr val="accent6"/>
                </a:solidFill>
                <a:latin typeface="微软雅黑" pitchFamily="34" charset="-122"/>
                <a:ea typeface="微软雅黑" pitchFamily="34" charset="-122"/>
              </a:rPr>
              <a:t>21</a:t>
            </a:r>
            <a:r>
              <a:rPr lang="zh-CN" altLang="zh-CN" sz="2000" b="1" dirty="0">
                <a:solidFill>
                  <a:schemeClr val="accent6"/>
                </a:solidFill>
                <a:latin typeface="微软雅黑" pitchFamily="34" charset="-122"/>
                <a:ea typeface="微软雅黑" pitchFamily="34" charset="-122"/>
              </a:rPr>
              <a:t>日—</a:t>
            </a:r>
            <a:r>
              <a:rPr lang="x-none" altLang="zh-CN" sz="2000" b="1" dirty="0">
                <a:solidFill>
                  <a:schemeClr val="accent6"/>
                </a:solidFill>
                <a:latin typeface="微软雅黑" pitchFamily="34" charset="-122"/>
                <a:ea typeface="微软雅黑" pitchFamily="34" charset="-122"/>
              </a:rPr>
              <a:t>2022</a:t>
            </a:r>
            <a:r>
              <a:rPr lang="zh-CN" altLang="zh-CN" sz="2000" b="1" dirty="0">
                <a:solidFill>
                  <a:schemeClr val="accent6"/>
                </a:solidFill>
                <a:latin typeface="微软雅黑" pitchFamily="34" charset="-122"/>
                <a:ea typeface="微软雅黑" pitchFamily="34" charset="-122"/>
              </a:rPr>
              <a:t>年</a:t>
            </a:r>
            <a:r>
              <a:rPr lang="x-none" altLang="zh-CN" sz="2000" b="1" dirty="0">
                <a:solidFill>
                  <a:schemeClr val="accent6"/>
                </a:solidFill>
                <a:latin typeface="微软雅黑" pitchFamily="34" charset="-122"/>
                <a:ea typeface="微软雅黑" pitchFamily="34" charset="-122"/>
              </a:rPr>
              <a:t>2</a:t>
            </a:r>
            <a:r>
              <a:rPr lang="zh-CN" altLang="zh-CN" sz="2000" b="1" dirty="0">
                <a:solidFill>
                  <a:schemeClr val="accent6"/>
                </a:solidFill>
                <a:latin typeface="微软雅黑" pitchFamily="34" charset="-122"/>
                <a:ea typeface="微软雅黑" pitchFamily="34" charset="-122"/>
              </a:rPr>
              <a:t>月</a:t>
            </a:r>
            <a:r>
              <a:rPr lang="x-none" altLang="zh-CN" sz="2000" b="1" dirty="0">
                <a:solidFill>
                  <a:schemeClr val="accent6"/>
                </a:solidFill>
                <a:latin typeface="微软雅黑" pitchFamily="34" charset="-122"/>
                <a:ea typeface="微软雅黑" pitchFamily="34" charset="-122"/>
              </a:rPr>
              <a:t>21</a:t>
            </a:r>
            <a:r>
              <a:rPr lang="zh-CN" altLang="zh-CN" sz="2000" b="1" dirty="0">
                <a:solidFill>
                  <a:schemeClr val="accent6"/>
                </a:solidFill>
                <a:latin typeface="微软雅黑" pitchFamily="34" charset="-122"/>
                <a:ea typeface="微软雅黑" pitchFamily="34" charset="-122"/>
              </a:rPr>
              <a:t>日：完成论文初稿；</a:t>
            </a:r>
          </a:p>
          <a:p>
            <a:r>
              <a:rPr lang="x-none" altLang="zh-CN" sz="2000" b="1" dirty="0">
                <a:solidFill>
                  <a:schemeClr val="accent6"/>
                </a:solidFill>
                <a:latin typeface="微软雅黑" pitchFamily="34" charset="-122"/>
                <a:ea typeface="微软雅黑" pitchFamily="34" charset="-122"/>
              </a:rPr>
              <a:t>2022</a:t>
            </a:r>
            <a:r>
              <a:rPr lang="zh-CN" altLang="zh-CN" sz="2000" b="1" dirty="0">
                <a:solidFill>
                  <a:schemeClr val="accent6"/>
                </a:solidFill>
                <a:latin typeface="微软雅黑" pitchFamily="34" charset="-122"/>
                <a:ea typeface="微软雅黑" pitchFamily="34" charset="-122"/>
              </a:rPr>
              <a:t>年</a:t>
            </a:r>
            <a:r>
              <a:rPr lang="x-none" altLang="zh-CN" sz="2000" b="1" dirty="0">
                <a:solidFill>
                  <a:schemeClr val="accent6"/>
                </a:solidFill>
                <a:latin typeface="微软雅黑" pitchFamily="34" charset="-122"/>
                <a:ea typeface="微软雅黑" pitchFamily="34" charset="-122"/>
              </a:rPr>
              <a:t>2</a:t>
            </a:r>
            <a:r>
              <a:rPr lang="zh-CN" altLang="zh-CN" sz="2000" b="1" dirty="0">
                <a:solidFill>
                  <a:schemeClr val="accent6"/>
                </a:solidFill>
                <a:latin typeface="微软雅黑" pitchFamily="34" charset="-122"/>
                <a:ea typeface="微软雅黑" pitchFamily="34" charset="-122"/>
              </a:rPr>
              <a:t>月</a:t>
            </a:r>
            <a:r>
              <a:rPr lang="x-none" altLang="zh-CN" sz="2000" b="1" dirty="0">
                <a:solidFill>
                  <a:schemeClr val="accent6"/>
                </a:solidFill>
                <a:latin typeface="微软雅黑" pitchFamily="34" charset="-122"/>
                <a:ea typeface="微软雅黑" pitchFamily="34" charset="-122"/>
              </a:rPr>
              <a:t>22</a:t>
            </a:r>
            <a:r>
              <a:rPr lang="zh-CN" altLang="zh-CN" sz="2000" b="1" dirty="0">
                <a:solidFill>
                  <a:schemeClr val="accent6"/>
                </a:solidFill>
                <a:latin typeface="微软雅黑" pitchFamily="34" charset="-122"/>
                <a:ea typeface="微软雅黑" pitchFamily="34" charset="-122"/>
              </a:rPr>
              <a:t>日—</a:t>
            </a:r>
            <a:r>
              <a:rPr lang="x-none" altLang="zh-CN" sz="2000" b="1" dirty="0">
                <a:solidFill>
                  <a:schemeClr val="accent6"/>
                </a:solidFill>
                <a:latin typeface="微软雅黑" pitchFamily="34" charset="-122"/>
                <a:ea typeface="微软雅黑" pitchFamily="34" charset="-122"/>
              </a:rPr>
              <a:t>2022</a:t>
            </a:r>
            <a:r>
              <a:rPr lang="zh-CN" altLang="zh-CN" sz="2000" b="1" dirty="0">
                <a:solidFill>
                  <a:schemeClr val="accent6"/>
                </a:solidFill>
                <a:latin typeface="微软雅黑" pitchFamily="34" charset="-122"/>
                <a:ea typeface="微软雅黑" pitchFamily="34" charset="-122"/>
              </a:rPr>
              <a:t>年</a:t>
            </a:r>
            <a:r>
              <a:rPr lang="x-none" altLang="zh-CN" sz="2000" b="1" dirty="0">
                <a:solidFill>
                  <a:schemeClr val="accent6"/>
                </a:solidFill>
                <a:latin typeface="微软雅黑" pitchFamily="34" charset="-122"/>
                <a:ea typeface="微软雅黑" pitchFamily="34" charset="-122"/>
              </a:rPr>
              <a:t>3</a:t>
            </a:r>
            <a:r>
              <a:rPr lang="zh-CN" altLang="zh-CN" sz="2000" b="1" dirty="0">
                <a:solidFill>
                  <a:schemeClr val="accent6"/>
                </a:solidFill>
                <a:latin typeface="微软雅黑" pitchFamily="34" charset="-122"/>
                <a:ea typeface="微软雅黑" pitchFamily="34" charset="-122"/>
              </a:rPr>
              <a:t>月</a:t>
            </a:r>
            <a:r>
              <a:rPr lang="x-none" altLang="zh-CN" sz="2000" b="1" dirty="0">
                <a:solidFill>
                  <a:schemeClr val="accent6"/>
                </a:solidFill>
                <a:latin typeface="微软雅黑" pitchFamily="34" charset="-122"/>
                <a:ea typeface="微软雅黑" pitchFamily="34" charset="-122"/>
              </a:rPr>
              <a:t>22</a:t>
            </a:r>
            <a:r>
              <a:rPr lang="zh-CN" altLang="zh-CN" sz="2000" b="1" dirty="0">
                <a:solidFill>
                  <a:schemeClr val="accent6"/>
                </a:solidFill>
                <a:latin typeface="微软雅黑" pitchFamily="34" charset="-122"/>
                <a:ea typeface="微软雅黑" pitchFamily="34" charset="-122"/>
              </a:rPr>
              <a:t>日：论文定稿。</a:t>
            </a:r>
          </a:p>
          <a:p>
            <a:endParaRPr lang="zh-CN" altLang="en-US" sz="1600" b="1" dirty="0">
              <a:solidFill>
                <a:schemeClr val="accent6"/>
              </a:solidFill>
              <a:latin typeface="微软雅黑" pitchFamily="34" charset="-122"/>
              <a:ea typeface="微软雅黑" pitchFamily="34" charset="-122"/>
            </a:endParaRPr>
          </a:p>
        </p:txBody>
      </p:sp>
    </p:spTree>
    <p:extLst>
      <p:ext uri="{BB962C8B-B14F-4D97-AF65-F5344CB8AC3E}">
        <p14:creationId xmlns:p14="http://schemas.microsoft.com/office/powerpoint/2010/main" val="95642468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randombar(horizontal)">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TextBox 26"/>
          <p:cNvSpPr txBox="1"/>
          <p:nvPr/>
        </p:nvSpPr>
        <p:spPr>
          <a:xfrm>
            <a:off x="10609990" y="6382589"/>
            <a:ext cx="877163" cy="369332"/>
          </a:xfrm>
          <a:prstGeom prst="rect">
            <a:avLst/>
          </a:prstGeom>
          <a:noFill/>
        </p:spPr>
        <p:txBody>
          <a:bodyPr wrap="none" rtlCol="0">
            <a:spAutoFit/>
          </a:bodyPr>
          <a:lstStyle/>
          <a:p>
            <a:r>
              <a:rPr lang="zh-CN" altLang="en-US" dirty="0"/>
              <a:t>延时符</a:t>
            </a:r>
          </a:p>
        </p:txBody>
      </p:sp>
      <p:sp>
        <p:nvSpPr>
          <p:cNvPr id="11" name="矩形 10"/>
          <p:cNvSpPr/>
          <p:nvPr/>
        </p:nvSpPr>
        <p:spPr>
          <a:xfrm>
            <a:off x="0" y="1275606"/>
            <a:ext cx="9144000" cy="2880319"/>
          </a:xfrm>
          <a:prstGeom prst="rect">
            <a:avLst/>
          </a:prstGeom>
          <a:solidFill>
            <a:srgbClr val="13436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矩形 13"/>
          <p:cNvSpPr/>
          <p:nvPr/>
        </p:nvSpPr>
        <p:spPr>
          <a:xfrm>
            <a:off x="971600" y="2156251"/>
            <a:ext cx="7848872" cy="830997"/>
          </a:xfrm>
          <a:prstGeom prst="rect">
            <a:avLst/>
          </a:prstGeom>
        </p:spPr>
        <p:txBody>
          <a:bodyPr wrap="square">
            <a:spAutoFit/>
          </a:bodyPr>
          <a:lstStyle/>
          <a:p>
            <a:pPr fontAlgn="auto">
              <a:spcBef>
                <a:spcPts val="0"/>
              </a:spcBef>
              <a:spcAft>
                <a:spcPts val="0"/>
              </a:spcAft>
              <a:defRPr/>
            </a:pPr>
            <a:r>
              <a:rPr lang="zh-CN" altLang="en-US" sz="4800" b="1" spc="300" dirty="0">
                <a:solidFill>
                  <a:schemeClr val="bg1"/>
                </a:solidFill>
                <a:latin typeface="微软雅黑" pitchFamily="34" charset="-122"/>
                <a:ea typeface="微软雅黑" pitchFamily="34" charset="-122"/>
                <a:sym typeface="微软雅黑" pitchFamily="34" charset="-122"/>
              </a:rPr>
              <a:t>感谢每位老师的耐心聆听</a:t>
            </a:r>
          </a:p>
        </p:txBody>
      </p:sp>
      <p:cxnSp>
        <p:nvCxnSpPr>
          <p:cNvPr id="17" name="直接连接符 16"/>
          <p:cNvCxnSpPr>
            <a:cxnSpLocks/>
          </p:cNvCxnSpPr>
          <p:nvPr/>
        </p:nvCxnSpPr>
        <p:spPr>
          <a:xfrm>
            <a:off x="0" y="1131590"/>
            <a:ext cx="9167579" cy="0"/>
          </a:xfrm>
          <a:prstGeom prst="line">
            <a:avLst/>
          </a:prstGeom>
          <a:ln w="57150"/>
        </p:spPr>
        <p:style>
          <a:lnRef idx="1">
            <a:schemeClr val="accent1"/>
          </a:lnRef>
          <a:fillRef idx="0">
            <a:schemeClr val="accent1"/>
          </a:fillRef>
          <a:effectRef idx="0">
            <a:schemeClr val="accent1"/>
          </a:effectRef>
          <a:fontRef idx="minor">
            <a:schemeClr val="tx1"/>
          </a:fontRef>
        </p:style>
      </p:cxnSp>
      <p:cxnSp>
        <p:nvCxnSpPr>
          <p:cNvPr id="18" name="直接连接符 17"/>
          <p:cNvCxnSpPr>
            <a:cxnSpLocks/>
          </p:cNvCxnSpPr>
          <p:nvPr/>
        </p:nvCxnSpPr>
        <p:spPr>
          <a:xfrm>
            <a:off x="0" y="4299942"/>
            <a:ext cx="9167579" cy="0"/>
          </a:xfrm>
          <a:prstGeom prst="line">
            <a:avLst/>
          </a:prstGeom>
          <a:ln w="57150"/>
        </p:spPr>
        <p:style>
          <a:lnRef idx="1">
            <a:schemeClr val="accent1"/>
          </a:lnRef>
          <a:fillRef idx="0">
            <a:schemeClr val="accent1"/>
          </a:fillRef>
          <a:effectRef idx="0">
            <a:schemeClr val="accent1"/>
          </a:effectRef>
          <a:fontRef idx="minor">
            <a:schemeClr val="tx1"/>
          </a:fontRef>
        </p:style>
      </p:cxnSp>
      <p:pic>
        <p:nvPicPr>
          <p:cNvPr id="9" name="图片 8">
            <a:extLst>
              <a:ext uri="{FF2B5EF4-FFF2-40B4-BE49-F238E27FC236}">
                <a16:creationId xmlns:a16="http://schemas.microsoft.com/office/drawing/2014/main" id="{BD44D8EA-96ED-4238-A114-8E5597E25805}"/>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3325094" y="486700"/>
            <a:ext cx="2493811" cy="493823"/>
          </a:xfrm>
          <a:prstGeom prst="rect">
            <a:avLst/>
          </a:prstGeom>
        </p:spPr>
      </p:pic>
    </p:spTree>
    <p:custDataLst>
      <p:tags r:id="rId2"/>
    </p:custDataLst>
    <p:extLst>
      <p:ext uri="{BB962C8B-B14F-4D97-AF65-F5344CB8AC3E}">
        <p14:creationId xmlns:p14="http://schemas.microsoft.com/office/powerpoint/2010/main" val="122862885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 presetClass="entr" presetSubtype="10" fill="hold" grpId="0" nodeType="after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checkerboard(across)">
                                      <p:cBhvr>
                                        <p:cTn id="7"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Lst>
  </p:timing>
</p:sld>
</file>

<file path=ppt/tags/tag1.xml><?xml version="1.0" encoding="utf-8"?>
<p:tagLst xmlns:a="http://schemas.openxmlformats.org/drawingml/2006/main" xmlns:r="http://schemas.openxmlformats.org/officeDocument/2006/relationships" xmlns:p="http://schemas.openxmlformats.org/presentationml/2006/main">
  <p:tag name="ISPRING_RESOURCE_PATHS_HASH_2" val="9bf32b21c57e606988ab10ec694d2e32676a8b"/>
  <p:tag name="ISPRING_PRESENTATION_TITLE" val="PowerPoint 演示文稿"/>
</p:tagLst>
</file>

<file path=ppt/tags/tag2.xml><?xml version="1.0" encoding="utf-8"?>
<p:tagLst xmlns:a="http://schemas.openxmlformats.org/drawingml/2006/main" xmlns:r="http://schemas.openxmlformats.org/officeDocument/2006/relationships" xmlns:p="http://schemas.openxmlformats.org/presentationml/2006/main">
  <p:tag name="PA" val="v4.1.3"/>
</p:tagLst>
</file>

<file path=ppt/tags/tag3.xml><?xml version="1.0" encoding="utf-8"?>
<p:tagLst xmlns:a="http://schemas.openxmlformats.org/drawingml/2006/main" xmlns:r="http://schemas.openxmlformats.org/officeDocument/2006/relationships" xmlns:p="http://schemas.openxmlformats.org/presentationml/2006/main">
  <p:tag name="PA" val="v4.1.3"/>
</p:tagLst>
</file>

<file path=ppt/tags/tag4.xml><?xml version="1.0" encoding="utf-8"?>
<p:tagLst xmlns:a="http://schemas.openxmlformats.org/drawingml/2006/main" xmlns:r="http://schemas.openxmlformats.org/officeDocument/2006/relationships" xmlns:p="http://schemas.openxmlformats.org/presentationml/2006/main">
  <p:tag name="PA" val="v4.1.3"/>
</p:tagLst>
</file>

<file path=ppt/tags/tag5.xml><?xml version="1.0" encoding="utf-8"?>
<p:tagLst xmlns:a="http://schemas.openxmlformats.org/drawingml/2006/main" xmlns:r="http://schemas.openxmlformats.org/officeDocument/2006/relationships" xmlns:p="http://schemas.openxmlformats.org/presentationml/2006/main">
  <p:tag name="PA" val="v4.1.3"/>
</p:tagLst>
</file>

<file path=ppt/tags/tag6.xml><?xml version="1.0" encoding="utf-8"?>
<p:tagLst xmlns:a="http://schemas.openxmlformats.org/drawingml/2006/main" xmlns:r="http://schemas.openxmlformats.org/officeDocument/2006/relationships" xmlns:p="http://schemas.openxmlformats.org/presentationml/2006/main">
  <p:tag name="PA" val="v4.1.3"/>
</p:tagLst>
</file>

<file path=ppt/tags/tag7.xml><?xml version="1.0" encoding="utf-8"?>
<p:tagLst xmlns:a="http://schemas.openxmlformats.org/drawingml/2006/main" xmlns:r="http://schemas.openxmlformats.org/officeDocument/2006/relationships" xmlns:p="http://schemas.openxmlformats.org/presentationml/2006/main">
  <p:tag name="PA" val="v4.1.3"/>
</p:tagLst>
</file>

<file path=ppt/tags/tag8.xml><?xml version="1.0" encoding="utf-8"?>
<p:tagLst xmlns:a="http://schemas.openxmlformats.org/drawingml/2006/main" xmlns:r="http://schemas.openxmlformats.org/officeDocument/2006/relationships" xmlns:p="http://schemas.openxmlformats.org/presentationml/2006/main">
  <p:tag name="PA" val="v4.1.3"/>
</p:tagLst>
</file>

<file path=ppt/tags/tag9.xml><?xml version="1.0" encoding="utf-8"?>
<p:tagLst xmlns:a="http://schemas.openxmlformats.org/drawingml/2006/main" xmlns:r="http://schemas.openxmlformats.org/officeDocument/2006/relationships" xmlns:p="http://schemas.openxmlformats.org/presentationml/2006/main">
  <p:tag name="SELECTED" val="True"/>
</p:tagLst>
</file>

<file path=ppt/theme/_rels/theme1.xml.rels><?xml version="1.0" encoding="UTF-8" standalone="yes"?>
<Relationships xmlns="http://schemas.openxmlformats.org/package/2006/relationships"><Relationship Id="rId1" Type="http://schemas.openxmlformats.org/officeDocument/2006/relationships/image" Target="../media/image1.jpg"/></Relationships>
</file>

<file path=ppt/theme/theme1.xml><?xml version="1.0" encoding="utf-8"?>
<a:theme xmlns:a="http://schemas.openxmlformats.org/drawingml/2006/main" name="Office 主题​​">
  <a:themeElements>
    <a:clrScheme name="自定义 2">
      <a:dk1>
        <a:srgbClr val="000000"/>
      </a:dk1>
      <a:lt1>
        <a:srgbClr val="FFFFFF"/>
      </a:lt1>
      <a:dk2>
        <a:srgbClr val="FFFFFF"/>
      </a:dk2>
      <a:lt2>
        <a:srgbClr val="FFFFFF"/>
      </a:lt2>
      <a:accent1>
        <a:srgbClr val="13436C"/>
      </a:accent1>
      <a:accent2>
        <a:srgbClr val="13436C"/>
      </a:accent2>
      <a:accent3>
        <a:srgbClr val="13436C"/>
      </a:accent3>
      <a:accent4>
        <a:srgbClr val="13436C"/>
      </a:accent4>
      <a:accent5>
        <a:srgbClr val="13436C"/>
      </a:accent5>
      <a:accent6>
        <a:srgbClr val="13436C"/>
      </a:accent6>
      <a:hlink>
        <a:srgbClr val="13436C"/>
      </a:hlink>
      <a:folHlink>
        <a:srgbClr val="13436C"/>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lipFill>
          <a:blip xmlns:r="http://schemas.openxmlformats.org/officeDocument/2006/relationships" r:embed="rId1"/>
          <a:stretch>
            <a:fillRect/>
          </a:stretch>
        </a:blipFill>
        <a:ln>
          <a:noFill/>
        </a:ln>
      </a:spPr>
      <a:bodyPr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none" lIns="0" tIns="0" rIns="0" bIns="0" rtlCol="0">
        <a:spAutoFit/>
      </a:bodyPr>
      <a:lstStyle>
        <a:defPPr>
          <a:defRPr sz="1600" b="1" dirty="0" smtClean="0">
            <a:solidFill>
              <a:schemeClr val="accent6"/>
            </a:solidFill>
            <a:latin typeface="微软雅黑" pitchFamily="34" charset="-122"/>
            <a:ea typeface="微软雅黑" pitchFamily="34" charset="-122"/>
          </a:defRPr>
        </a:defPPr>
      </a:lstStyle>
    </a:txDef>
  </a:objectDefaults>
  <a:extraClrScheme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Override1.xml><?xml version="1.0" encoding="utf-8"?>
<a:themeOverride xmlns:a="http://schemas.openxmlformats.org/drawingml/2006/main">
  <a:clrScheme name="自定义 2">
    <a:dk1>
      <a:srgbClr val="000000"/>
    </a:dk1>
    <a:lt1>
      <a:srgbClr val="FFFFFF"/>
    </a:lt1>
    <a:dk2>
      <a:srgbClr val="FFFFFF"/>
    </a:dk2>
    <a:lt2>
      <a:srgbClr val="FFFFFF"/>
    </a:lt2>
    <a:accent1>
      <a:srgbClr val="13436C"/>
    </a:accent1>
    <a:accent2>
      <a:srgbClr val="13436C"/>
    </a:accent2>
    <a:accent3>
      <a:srgbClr val="13436C"/>
    </a:accent3>
    <a:accent4>
      <a:srgbClr val="13436C"/>
    </a:accent4>
    <a:accent5>
      <a:srgbClr val="13436C"/>
    </a:accent5>
    <a:accent6>
      <a:srgbClr val="13436C"/>
    </a:accent6>
    <a:hlink>
      <a:srgbClr val="13436C"/>
    </a:hlink>
    <a:folHlink>
      <a:srgbClr val="13436C"/>
    </a:folHlink>
  </a:clrScheme>
</a:themeOverride>
</file>

<file path=ppt/theme/themeOverride2.xml><?xml version="1.0" encoding="utf-8"?>
<a:themeOverride xmlns:a="http://schemas.openxmlformats.org/drawingml/2006/main">
  <a:clrScheme name="自定义 2">
    <a:dk1>
      <a:srgbClr val="000000"/>
    </a:dk1>
    <a:lt1>
      <a:srgbClr val="FFFFFF"/>
    </a:lt1>
    <a:dk2>
      <a:srgbClr val="FFFFFF"/>
    </a:dk2>
    <a:lt2>
      <a:srgbClr val="FFFFFF"/>
    </a:lt2>
    <a:accent1>
      <a:srgbClr val="13436C"/>
    </a:accent1>
    <a:accent2>
      <a:srgbClr val="13436C"/>
    </a:accent2>
    <a:accent3>
      <a:srgbClr val="13436C"/>
    </a:accent3>
    <a:accent4>
      <a:srgbClr val="13436C"/>
    </a:accent4>
    <a:accent5>
      <a:srgbClr val="13436C"/>
    </a:accent5>
    <a:accent6>
      <a:srgbClr val="13436C"/>
    </a:accent6>
    <a:hlink>
      <a:srgbClr val="13436C"/>
    </a:hlink>
    <a:folHlink>
      <a:srgbClr val="13436C"/>
    </a:folHlink>
  </a:clrScheme>
</a:themeOverride>
</file>

<file path=ppt/theme/themeOverride3.xml><?xml version="1.0" encoding="utf-8"?>
<a:themeOverride xmlns:a="http://schemas.openxmlformats.org/drawingml/2006/main">
  <a:clrScheme name="自定义 2">
    <a:dk1>
      <a:srgbClr val="000000"/>
    </a:dk1>
    <a:lt1>
      <a:srgbClr val="FFFFFF"/>
    </a:lt1>
    <a:dk2>
      <a:srgbClr val="FFFFFF"/>
    </a:dk2>
    <a:lt2>
      <a:srgbClr val="FFFFFF"/>
    </a:lt2>
    <a:accent1>
      <a:srgbClr val="13436C"/>
    </a:accent1>
    <a:accent2>
      <a:srgbClr val="13436C"/>
    </a:accent2>
    <a:accent3>
      <a:srgbClr val="13436C"/>
    </a:accent3>
    <a:accent4>
      <a:srgbClr val="13436C"/>
    </a:accent4>
    <a:accent5>
      <a:srgbClr val="13436C"/>
    </a:accent5>
    <a:accent6>
      <a:srgbClr val="13436C"/>
    </a:accent6>
    <a:hlink>
      <a:srgbClr val="13436C"/>
    </a:hlink>
    <a:folHlink>
      <a:srgbClr val="13436C"/>
    </a:folHlink>
  </a:clrScheme>
</a:themeOverride>
</file>

<file path=ppt/theme/themeOverride4.xml><?xml version="1.0" encoding="utf-8"?>
<a:themeOverride xmlns:a="http://schemas.openxmlformats.org/drawingml/2006/main">
  <a:clrScheme name="自定义 2">
    <a:dk1>
      <a:srgbClr val="000000"/>
    </a:dk1>
    <a:lt1>
      <a:srgbClr val="FFFFFF"/>
    </a:lt1>
    <a:dk2>
      <a:srgbClr val="FFFFFF"/>
    </a:dk2>
    <a:lt2>
      <a:srgbClr val="FFFFFF"/>
    </a:lt2>
    <a:accent1>
      <a:srgbClr val="13436C"/>
    </a:accent1>
    <a:accent2>
      <a:srgbClr val="13436C"/>
    </a:accent2>
    <a:accent3>
      <a:srgbClr val="13436C"/>
    </a:accent3>
    <a:accent4>
      <a:srgbClr val="13436C"/>
    </a:accent4>
    <a:accent5>
      <a:srgbClr val="13436C"/>
    </a:accent5>
    <a:accent6>
      <a:srgbClr val="13436C"/>
    </a:accent6>
    <a:hlink>
      <a:srgbClr val="13436C"/>
    </a:hlink>
    <a:folHlink>
      <a:srgbClr val="13436C"/>
    </a:folHlink>
  </a:clrScheme>
</a:themeOverride>
</file>

<file path=ppt/theme/themeOverride5.xml><?xml version="1.0" encoding="utf-8"?>
<a:themeOverride xmlns:a="http://schemas.openxmlformats.org/drawingml/2006/main">
  <a:clrScheme name="自定义 2">
    <a:dk1>
      <a:srgbClr val="000000"/>
    </a:dk1>
    <a:lt1>
      <a:srgbClr val="FFFFFF"/>
    </a:lt1>
    <a:dk2>
      <a:srgbClr val="FFFFFF"/>
    </a:dk2>
    <a:lt2>
      <a:srgbClr val="FFFFFF"/>
    </a:lt2>
    <a:accent1>
      <a:srgbClr val="13436C"/>
    </a:accent1>
    <a:accent2>
      <a:srgbClr val="13436C"/>
    </a:accent2>
    <a:accent3>
      <a:srgbClr val="13436C"/>
    </a:accent3>
    <a:accent4>
      <a:srgbClr val="13436C"/>
    </a:accent4>
    <a:accent5>
      <a:srgbClr val="13436C"/>
    </a:accent5>
    <a:accent6>
      <a:srgbClr val="13436C"/>
    </a:accent6>
    <a:hlink>
      <a:srgbClr val="13436C"/>
    </a:hlink>
    <a:folHlink>
      <a:srgbClr val="13436C"/>
    </a:folHlink>
  </a:clrScheme>
</a:themeOverride>
</file>

<file path=ppt/theme/themeOverride6.xml><?xml version="1.0" encoding="utf-8"?>
<a:themeOverride xmlns:a="http://schemas.openxmlformats.org/drawingml/2006/main">
  <a:clrScheme name="自定义 2">
    <a:dk1>
      <a:srgbClr val="000000"/>
    </a:dk1>
    <a:lt1>
      <a:srgbClr val="FFFFFF"/>
    </a:lt1>
    <a:dk2>
      <a:srgbClr val="FFFFFF"/>
    </a:dk2>
    <a:lt2>
      <a:srgbClr val="FFFFFF"/>
    </a:lt2>
    <a:accent1>
      <a:srgbClr val="13436C"/>
    </a:accent1>
    <a:accent2>
      <a:srgbClr val="13436C"/>
    </a:accent2>
    <a:accent3>
      <a:srgbClr val="13436C"/>
    </a:accent3>
    <a:accent4>
      <a:srgbClr val="13436C"/>
    </a:accent4>
    <a:accent5>
      <a:srgbClr val="13436C"/>
    </a:accent5>
    <a:accent6>
      <a:srgbClr val="13436C"/>
    </a:accent6>
    <a:hlink>
      <a:srgbClr val="13436C"/>
    </a:hlink>
    <a:folHlink>
      <a:srgbClr val="13436C"/>
    </a:folHlink>
  </a:clrScheme>
</a:themeOverride>
</file>

<file path=ppt/theme/themeOverride7.xml><?xml version="1.0" encoding="utf-8"?>
<a:themeOverride xmlns:a="http://schemas.openxmlformats.org/drawingml/2006/main">
  <a:clrScheme name="自定义 2">
    <a:dk1>
      <a:srgbClr val="000000"/>
    </a:dk1>
    <a:lt1>
      <a:srgbClr val="FFFFFF"/>
    </a:lt1>
    <a:dk2>
      <a:srgbClr val="FFFFFF"/>
    </a:dk2>
    <a:lt2>
      <a:srgbClr val="FFFFFF"/>
    </a:lt2>
    <a:accent1>
      <a:srgbClr val="13436C"/>
    </a:accent1>
    <a:accent2>
      <a:srgbClr val="13436C"/>
    </a:accent2>
    <a:accent3>
      <a:srgbClr val="13436C"/>
    </a:accent3>
    <a:accent4>
      <a:srgbClr val="13436C"/>
    </a:accent4>
    <a:accent5>
      <a:srgbClr val="13436C"/>
    </a:accent5>
    <a:accent6>
      <a:srgbClr val="13436C"/>
    </a:accent6>
    <a:hlink>
      <a:srgbClr val="13436C"/>
    </a:hlink>
    <a:folHlink>
      <a:srgbClr val="13436C"/>
    </a:folHlink>
  </a:clrScheme>
</a:themeOverride>
</file>

<file path=ppt/theme/themeOverride8.xml><?xml version="1.0" encoding="utf-8"?>
<a:themeOverride xmlns:a="http://schemas.openxmlformats.org/drawingml/2006/main">
  <a:clrScheme name="自定义 2">
    <a:dk1>
      <a:srgbClr val="000000"/>
    </a:dk1>
    <a:lt1>
      <a:srgbClr val="FFFFFF"/>
    </a:lt1>
    <a:dk2>
      <a:srgbClr val="FFFFFF"/>
    </a:dk2>
    <a:lt2>
      <a:srgbClr val="FFFFFF"/>
    </a:lt2>
    <a:accent1>
      <a:srgbClr val="13436C"/>
    </a:accent1>
    <a:accent2>
      <a:srgbClr val="13436C"/>
    </a:accent2>
    <a:accent3>
      <a:srgbClr val="13436C"/>
    </a:accent3>
    <a:accent4>
      <a:srgbClr val="13436C"/>
    </a:accent4>
    <a:accent5>
      <a:srgbClr val="13436C"/>
    </a:accent5>
    <a:accent6>
      <a:srgbClr val="13436C"/>
    </a:accent6>
    <a:hlink>
      <a:srgbClr val="13436C"/>
    </a:hlink>
    <a:folHlink>
      <a:srgbClr val="13436C"/>
    </a:folHlink>
  </a:clrScheme>
</a:themeOverride>
</file>

<file path=ppt/theme/themeOverride9.xml><?xml version="1.0" encoding="utf-8"?>
<a:themeOverride xmlns:a="http://schemas.openxmlformats.org/drawingml/2006/main">
  <a:clrScheme name="自定义 2">
    <a:dk1>
      <a:srgbClr val="000000"/>
    </a:dk1>
    <a:lt1>
      <a:srgbClr val="FFFFFF"/>
    </a:lt1>
    <a:dk2>
      <a:srgbClr val="FFFFFF"/>
    </a:dk2>
    <a:lt2>
      <a:srgbClr val="FFFFFF"/>
    </a:lt2>
    <a:accent1>
      <a:srgbClr val="13436C"/>
    </a:accent1>
    <a:accent2>
      <a:srgbClr val="13436C"/>
    </a:accent2>
    <a:accent3>
      <a:srgbClr val="13436C"/>
    </a:accent3>
    <a:accent4>
      <a:srgbClr val="13436C"/>
    </a:accent4>
    <a:accent5>
      <a:srgbClr val="13436C"/>
    </a:accent5>
    <a:accent6>
      <a:srgbClr val="13436C"/>
    </a:accent6>
    <a:hlink>
      <a:srgbClr val="13436C"/>
    </a:hlink>
    <a:folHlink>
      <a:srgbClr val="13436C"/>
    </a:folHlink>
  </a:clrScheme>
</a:themeOverride>
</file>

<file path=ppt/theme/themeOverride10.xml><?xml version="1.0" encoding="utf-8"?>
<a:themeOverride xmlns:a="http://schemas.openxmlformats.org/drawingml/2006/main">
  <a:clrScheme name="自定义 2">
    <a:dk1>
      <a:srgbClr val="000000"/>
    </a:dk1>
    <a:lt1>
      <a:srgbClr val="FFFFFF"/>
    </a:lt1>
    <a:dk2>
      <a:srgbClr val="FFFFFF"/>
    </a:dk2>
    <a:lt2>
      <a:srgbClr val="FFFFFF"/>
    </a:lt2>
    <a:accent1>
      <a:srgbClr val="13436C"/>
    </a:accent1>
    <a:accent2>
      <a:srgbClr val="13436C"/>
    </a:accent2>
    <a:accent3>
      <a:srgbClr val="13436C"/>
    </a:accent3>
    <a:accent4>
      <a:srgbClr val="13436C"/>
    </a:accent4>
    <a:accent5>
      <a:srgbClr val="13436C"/>
    </a:accent5>
    <a:accent6>
      <a:srgbClr val="13436C"/>
    </a:accent6>
    <a:hlink>
      <a:srgbClr val="13436C"/>
    </a:hlink>
    <a:folHlink>
      <a:srgbClr val="13436C"/>
    </a:folHlink>
  </a:clrScheme>
</a:themeOverride>
</file>

<file path=ppt/theme/themeOverride11.xml><?xml version="1.0" encoding="utf-8"?>
<a:themeOverride xmlns:a="http://schemas.openxmlformats.org/drawingml/2006/main">
  <a:clrScheme name="自定义 2">
    <a:dk1>
      <a:srgbClr val="000000"/>
    </a:dk1>
    <a:lt1>
      <a:srgbClr val="FFFFFF"/>
    </a:lt1>
    <a:dk2>
      <a:srgbClr val="FFFFFF"/>
    </a:dk2>
    <a:lt2>
      <a:srgbClr val="FFFFFF"/>
    </a:lt2>
    <a:accent1>
      <a:srgbClr val="13436C"/>
    </a:accent1>
    <a:accent2>
      <a:srgbClr val="13436C"/>
    </a:accent2>
    <a:accent3>
      <a:srgbClr val="13436C"/>
    </a:accent3>
    <a:accent4>
      <a:srgbClr val="13436C"/>
    </a:accent4>
    <a:accent5>
      <a:srgbClr val="13436C"/>
    </a:accent5>
    <a:accent6>
      <a:srgbClr val="13436C"/>
    </a:accent6>
    <a:hlink>
      <a:srgbClr val="13436C"/>
    </a:hlink>
    <a:folHlink>
      <a:srgbClr val="13436C"/>
    </a:folHlink>
  </a:clrScheme>
</a:themeOverride>
</file>

<file path=ppt/theme/themeOverride12.xml><?xml version="1.0" encoding="utf-8"?>
<a:themeOverride xmlns:a="http://schemas.openxmlformats.org/drawingml/2006/main">
  <a:clrScheme name="自定义 2">
    <a:dk1>
      <a:srgbClr val="000000"/>
    </a:dk1>
    <a:lt1>
      <a:srgbClr val="FFFFFF"/>
    </a:lt1>
    <a:dk2>
      <a:srgbClr val="FFFFFF"/>
    </a:dk2>
    <a:lt2>
      <a:srgbClr val="FFFFFF"/>
    </a:lt2>
    <a:accent1>
      <a:srgbClr val="13436C"/>
    </a:accent1>
    <a:accent2>
      <a:srgbClr val="13436C"/>
    </a:accent2>
    <a:accent3>
      <a:srgbClr val="13436C"/>
    </a:accent3>
    <a:accent4>
      <a:srgbClr val="13436C"/>
    </a:accent4>
    <a:accent5>
      <a:srgbClr val="13436C"/>
    </a:accent5>
    <a:accent6>
      <a:srgbClr val="13436C"/>
    </a:accent6>
    <a:hlink>
      <a:srgbClr val="13436C"/>
    </a:hlink>
    <a:folHlink>
      <a:srgbClr val="13436C"/>
    </a:folHlink>
  </a:clrScheme>
</a:themeOverride>
</file>

<file path=ppt/theme/themeOverride13.xml><?xml version="1.0" encoding="utf-8"?>
<a:themeOverride xmlns:a="http://schemas.openxmlformats.org/drawingml/2006/main">
  <a:clrScheme name="自定义 2">
    <a:dk1>
      <a:srgbClr val="000000"/>
    </a:dk1>
    <a:lt1>
      <a:srgbClr val="FFFFFF"/>
    </a:lt1>
    <a:dk2>
      <a:srgbClr val="FFFFFF"/>
    </a:dk2>
    <a:lt2>
      <a:srgbClr val="FFFFFF"/>
    </a:lt2>
    <a:accent1>
      <a:srgbClr val="13436C"/>
    </a:accent1>
    <a:accent2>
      <a:srgbClr val="13436C"/>
    </a:accent2>
    <a:accent3>
      <a:srgbClr val="13436C"/>
    </a:accent3>
    <a:accent4>
      <a:srgbClr val="13436C"/>
    </a:accent4>
    <a:accent5>
      <a:srgbClr val="13436C"/>
    </a:accent5>
    <a:accent6>
      <a:srgbClr val="13436C"/>
    </a:accent6>
    <a:hlink>
      <a:srgbClr val="13436C"/>
    </a:hlink>
    <a:folHlink>
      <a:srgbClr val="13436C"/>
    </a:folHlink>
  </a:clrScheme>
</a:themeOverride>
</file>

<file path=docProps/app.xml><?xml version="1.0" encoding="utf-8"?>
<Properties xmlns="http://schemas.openxmlformats.org/officeDocument/2006/extended-properties" xmlns:vt="http://schemas.openxmlformats.org/officeDocument/2006/docPropsVTypes">
  <TotalTime>13149</TotalTime>
  <Words>739</Words>
  <Application>Microsoft Office PowerPoint</Application>
  <PresentationFormat>全屏显示(16:9)</PresentationFormat>
  <Paragraphs>118</Paragraphs>
  <Slides>19</Slides>
  <Notes>8</Notes>
  <HiddenSlides>0</HiddenSlides>
  <MMClips>0</MMClips>
  <ScaleCrop>false</ScaleCrop>
  <HeadingPairs>
    <vt:vector size="6" baseType="variant">
      <vt:variant>
        <vt:lpstr>已用的字体</vt:lpstr>
      </vt:variant>
      <vt:variant>
        <vt:i4>8</vt:i4>
      </vt:variant>
      <vt:variant>
        <vt:lpstr>主题</vt:lpstr>
      </vt:variant>
      <vt:variant>
        <vt:i4>1</vt:i4>
      </vt:variant>
      <vt:variant>
        <vt:lpstr>幻灯片标题</vt:lpstr>
      </vt:variant>
      <vt:variant>
        <vt:i4>19</vt:i4>
      </vt:variant>
    </vt:vector>
  </HeadingPairs>
  <TitlesOfParts>
    <vt:vector size="28" baseType="lpstr">
      <vt:lpstr>SF UI Display Thin</vt:lpstr>
      <vt:lpstr>宋体</vt:lpstr>
      <vt:lpstr>微软雅黑</vt:lpstr>
      <vt:lpstr>Arial</vt:lpstr>
      <vt:lpstr>Bernard MT Condensed</vt:lpstr>
      <vt:lpstr>Calibri</vt:lpstr>
      <vt:lpstr>Impact</vt:lpstr>
      <vt:lpstr>Times New Roman</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cp:lastModifiedBy>田 园</cp:lastModifiedBy>
  <cp:revision>74</cp:revision>
  <dcterms:created xsi:type="dcterms:W3CDTF">2015-04-24T01:01:13Z</dcterms:created>
  <dcterms:modified xsi:type="dcterms:W3CDTF">2021-12-25T08:46:43Z</dcterms:modified>
</cp:coreProperties>
</file>